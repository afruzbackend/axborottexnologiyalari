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12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Kompyuterning asosiy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qurilmalari va ularning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vazifalari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Kompyuter tushunchasi va uning ishlash tamoyili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 ichidagi asosiy qurilmalar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Kiritish va chiqarish uchun asosiy qurilmalar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tuzilishi, ishlash tamoyili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asosiy qurilmalari —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protsessor, tezkor xotira, ona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plata, doimiy xotira, monitor,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klaviatura va sichqonchaning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vazifalarini 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kompyuterning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qurilmalarini nomlaydi,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ularning vazifasini izohlaydi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axborotni kiritish, qayta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ishlash, saqlash va chiqarish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bosqichlarini misollar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 TUSHUNCHASI VA UNING ISHLASH TAMOYILI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Kompyuter inson topshirig‘iga ko‘ra axborotni qabul qiladigan, uni qayta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ishlaydigan, saqlaydigan va natijani foydalanuvchiga taqdim etadigan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elektron qurilmadir.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Kompyuter: </a:t>
            </a:r>
            <a:r>
              <a:rPr sz="2400" b="0">
                <a:solidFill>
                  <a:srgbClr val="1B2A4A"/>
                </a:solidFill>
                <a:latin typeface="Segoe UI"/>
              </a:rPr>
              <a:t>axborotni dastur asosida avtomatik qayta ishlovchi elektron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qurilma.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Apparat ta’minoti: </a:t>
            </a:r>
            <a:r>
              <a:rPr sz="2400" b="0">
                <a:solidFill>
                  <a:srgbClr val="1B2A4A"/>
                </a:solidFill>
                <a:latin typeface="Segoe UI"/>
              </a:rPr>
              <a:t>kompyuterning qo‘l bilan ushlash mumkin bo‘lgan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barcha fizik qurilmalari majmui.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937760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Dasturiy ta’minot: </a:t>
            </a:r>
            <a:r>
              <a:rPr sz="2400" b="0">
                <a:solidFill>
                  <a:srgbClr val="1B2A4A"/>
                </a:solidFill>
                <a:latin typeface="Segoe UI"/>
              </a:rPr>
              <a:t>kompyuterda ishlaydigan operatsion tizim va amaliy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dasturlar majmui.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KOMPYUTER TUSHUNCHASI VA UNING ISHLASH TAMOYILI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Kompyuterning ishlash tamoyili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Har qanday kompyuter, u stol kompyuteri, noutbuk yoki smartfon bo‘lishidan qat’i nazar, to‘rt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bosqichda ishlaydi.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750"/>
                <a:gridCol w="4793654"/>
                <a:gridCol w="445125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Bosqich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sodir bo‘ladi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Axborot kompyuterga beriladi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Klaviaturada matn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Qayta ishlash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 axborot ustida amallar bajaradi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Matnni formatlash, hisoblash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 xotirada saqlanadi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Faylni diskka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Chiqarish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 foydalanuvchiga ko‘rsatiladi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Monitorda ko‘rish, printerda chop etish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TIZIM BLOKI ICHIDAGI ASOSIY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66751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Tizim bloki kompyuterning «yuragi» bo‘lib, uning ichida axborotni qayta ishlovchi va saqlovchi asosiy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qurilmalar joylashadi.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5195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440686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Ona plata: </a:t>
            </a:r>
            <a:r>
              <a:rPr sz="1700" b="0">
                <a:solidFill>
                  <a:srgbClr val="1B2A4A"/>
                </a:solidFill>
                <a:latin typeface="Segoe UI"/>
              </a:rPr>
              <a:t>kompyuterning barcha qurilmalarini o‘zaro bog‘lovchi asosiy elektron plata.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422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3342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Protsessor: </a:t>
            </a:r>
            <a:r>
              <a:rPr sz="1700" b="0">
                <a:solidFill>
                  <a:srgbClr val="1B2A4A"/>
                </a:solidFill>
                <a:latin typeface="Segoe UI"/>
              </a:rPr>
              <a:t>dastur buyruqlarini bajaruvchi va hisob-kitoblarni amalga oshiruvchi markaziy qurilma (CPU).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36490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285998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Tezkor xotira: </a:t>
            </a:r>
            <a:r>
              <a:rPr sz="1700" b="0">
                <a:solidFill>
                  <a:srgbClr val="1B2A4A"/>
                </a:solidFill>
                <a:latin typeface="Segoe UI"/>
              </a:rPr>
              <a:t>ishlab turgan dasturlar va ma’lumotlar vaqtincha saqlanadigan tez xotira (RAM); kompyuter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o‘chganda undagi ma’lumot yo‘qoladi.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6391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85006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Doimiy xotira: </a:t>
            </a:r>
            <a:r>
              <a:rPr sz="1700" b="0">
                <a:solidFill>
                  <a:srgbClr val="1B2A4A"/>
                </a:solidFill>
                <a:latin typeface="Segoe UI"/>
              </a:rPr>
              <a:t>fayllar va dasturlar uzoq muddat saqlanadigan qurilma (HDD yoki SSD); kompyuter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o‘chganda ham ma’lumot saqlanadi.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76292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684014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Ta’minot bloki: </a:t>
            </a:r>
            <a:r>
              <a:rPr sz="1700" b="0">
                <a:solidFill>
                  <a:srgbClr val="1B2A4A"/>
                </a:solidFill>
                <a:latin typeface="Segoe UI"/>
              </a:rPr>
              <a:t>elektr tarmog‘idagi 220 V o‘zgaruvchan tokni kompyuter qurilmalari uchun kerakli past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kuchlanishga aylantiruvchi qurilma.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619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383022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Videokarta: </a:t>
            </a:r>
            <a:r>
              <a:rPr sz="1700" b="0">
                <a:solidFill>
                  <a:srgbClr val="1B2A4A"/>
                </a:solidFill>
                <a:latin typeface="Segoe UI"/>
              </a:rPr>
              <a:t>tasvirni hosil qilib, monitorga uzatuvchi qurilma.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TIZIM BLOKI ICHIDAGI ASOSIY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ko‘rsatkichlar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Protsessor qizib ketmasligi uchun uning ustiga radiator va ventilyator (kuler) o‘rnatiladi. Tizim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blokini changdan muntazam tozalash kompyuterning uzoq ishlashini ta’minlaydi.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4145"/>
                <a:gridCol w="4938587"/>
                <a:gridCol w="3405922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Qurilma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O‘lchov birligi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Odatiy qiymat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Protsessor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Chastota (GGs), yadrolar soni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3,2 GGs, 6 yadro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Tezkor xotira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Gigabayt (GB)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8–16 GB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Doimiy xotira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Gigabayt, terabayt (GB, TB)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512 GB SSD, 1 TB HDD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Ta’minot bloki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Vatt (W)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450–650 W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KIRITISH VA CHIQARISH UCHUN ASOSIY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Kiritish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Kiritish qurilmalari yordamida foydalanuvchi kompyuterga buyruq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ma’lumot beradi.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Klaviatura: </a:t>
            </a:r>
            <a:r>
              <a:rPr sz="2600" b="0">
                <a:solidFill>
                  <a:srgbClr val="1B2A4A"/>
                </a:solidFill>
                <a:latin typeface="Segoe UI"/>
              </a:rPr>
              <a:t>harflar, raqamlar va buyruqlarni kiritish uchun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mo‘ljallangan tugmali qurilma.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87925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729482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Sichqoncha: </a:t>
            </a:r>
            <a:r>
              <a:rPr sz="2600" b="0">
                <a:solidFill>
                  <a:srgbClr val="1B2A4A"/>
                </a:solidFill>
                <a:latin typeface="Segoe UI"/>
              </a:rPr>
              <a:t>ekrandagi ko‘rsatkichni boshqarish va obyektlarni tanlash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 qurilma.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KIRITISH VA CHIQARISH UCHUN ASOSIY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Chiqarish qurilmalari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Monitorlar diagonali (dyuymda, masalan 24″), ruxsat etilgan o‘lchami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(masalan, 1920×1080 piksel) va yangilanish chastotasi (Gs)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farqlanadi.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Monitor: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kompyuter qayta ishlagan axborotni matn va tasvir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ko‘rinishida ko‘rsatuvchi qurilma.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KIRITISH VA CHIQARISH UCHUN ASOSIY QURILMALAR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qurilmalarsiz kompyuter ishlaydimi?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ishga tushishi uchun kamida ona plata, protsessor, tezkor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xotira, ta’minot bloki va doimiy xotira bo‘lishi shart. Tezkor xotira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o‘rnatilmagan bo‘lsa, kompyuter yoqilganda signal beradi, lekin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operatsion tizim yuklanmaydi.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Kompyuterning ishlash tamoyili qanday bosqichlardan iborat?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Protsessor qanday vazifani bajaradi?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Tezkor xotira va doimiy xotira o‘rtasida qanday farq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Ona plata nima uchun 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Qaysi qurilmalar asosiy kiritish va chiqarish qurilmalari hisoblanadi?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1-mavzu. Kompyuterning asosiy qurilmalari va ularning vazifalari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