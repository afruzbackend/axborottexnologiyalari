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Fayllarni tashqi xotira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qurilmalariga ko‘chirish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Tashqi qurilmani ulash va xavfsiz tekshirish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fayllarni fleshkaga ko‘chirish va xavfsiz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chiqarish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Fleshkani formatlash va fayl tizimini tanlash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fleshka va xotira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kartasini ulash, antivirus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tekshirish, fayllarni ko‘chirish,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chiqarish hamda zarur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hollarda formatlash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fleshkadagi bo‘sh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joyni aniqlaydi, uni antivirus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tekshiradi, fayllarni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ko‘chiradi, xavfsiz chiqaradi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 tizimini (FAT32, exFAT,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NTFS) to‘g‘ri tanlaydi.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TASHQI QURILMANI ULASH VA XAVFSIZ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Fleshkani ulash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Fleshka USB portga ulanganda Windows uni avtomatik aniqlaydi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Provodnik’da yangi disk harfi bilan ko‘rsatadi (masalan, E:). Ekranning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pastki o‘ng burchagida «Съемный диск» xabari chiqadi.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TASHQI QURILMANI ULASH VA XAVFSIZ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begona fleshkani ochishdan oldin antivirus bilan tekshiring.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fleshkadagi noma’lum .exe, .bat, .vbs fayllarni ishga tushirmang.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fleshkadagi papka belgisi .exe kengaytmali bo‘lsa, bu virus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belgisi bo‘lishi mumkin.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Talab: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fleshkani nusxalash tugamasdan sug‘urib olmang.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TASHQI QURILMANI ULASH VA XAVFSIZ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Antivirus bilan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Provodnik’da fleshka ustida o‘ng tugmani bosing.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«Проверить с помощью Microsoft Defender» (Windows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11 da «Показать дополнительные параметры» ichida)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Tekshiruv natijasida «Угроз не найдено» xabari chiqishini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TASHQI QURILMANI ULASH VA XAVFSIZ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Bo‘sh joyni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«Этот компьютер» oynasida har bir disk ostida chiziqli ko‘rsatkich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bo‘ladi: unda umumiy va bo‘sh hajm yoziladi. Aniqroq ma’lumot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fleshka ustida o‘ng tugma → «Свойства».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FAYLLARNI FLESHKAGA KO‘CHIRISH VA XAVFSIZ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Fleshkani ulang va «Этот компьютер» oynasida uning harfi,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umumiy va bo‘sh hajmini yozib oling.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Fleshkani antivirus bilan tekshiring.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4222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Fleshkada Familiya_20_amaliy papkasini yarating.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7867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4464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400" b="0">
                <a:solidFill>
                  <a:srgbClr val="1B2A4A"/>
                </a:solidFill>
                <a:latin typeface="Segoe UI"/>
              </a:rPr>
              <a:t>O‘z papkangizdagi 01_Axborot_texnologiyalari papkasini ajrating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va fleshkadagi papkaga sudrab tashlang.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052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7123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400" b="0">
                <a:solidFill>
                  <a:srgbClr val="1B2A4A"/>
                </a:solidFill>
                <a:latin typeface="Segoe UI"/>
              </a:rPr>
              <a:t>Nusxalash oynasidagi tezlik (MB/s) va qolgan vaqtni kuzating.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4171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400" b="0">
                <a:solidFill>
                  <a:srgbClr val="1B2A4A"/>
                </a:solidFill>
                <a:latin typeface="Segoe UI"/>
              </a:rPr>
              <a:t>Nusxa tugagach, asl va nusxa papkalarining «Свойства»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oynasidagi fayllar soni va hajmini solishtiring.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FAYLLARNI FLESHKAGA KO‘CHIRISH VA XAVFSIZ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chiqarish nega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tezlik uchun ma’lumotni avval xotirada to‘plab, keyin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fleshkaga yozadi. Fleshka vaqtidan oldin sug‘urilsa, fayl to‘liq yozilmay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qoladi yoki fleshka fayl tizimi buziladi.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Xavfsiz chiqarish: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tashqi qurilmaga yozish jarayonlarini tugatib, uni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kompyuterdan xavfsiz uzish amali.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FLESHKANI FORMATLASH VA FAYL TIZIMINI TANLASH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Formatlash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Formatlash fleshka ochilmay qolganda, «Диск нужно отформатировать» xabari chiqqanda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 tizimini o‘zgartirish kerak bo‘lganda bajariladi.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831"/>
                <a:gridCol w="2823330"/>
                <a:gridCol w="635249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Fayl tizimi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Maksimal fayl hajmi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 qulay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FAT32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qurilmalar, televizor, avtomagnitola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exFAT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Deyarli cheklanmagan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 va xotira kartalari, Windows va macOS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NTFS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Deyarli cheklanmagan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ichki disklari, tashqi disklar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FLESHKANI FORMATLASH VA FAYL TIZIMINI TANLASH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Formatlash tartibi (faqat o‘quv fleshkasida!)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Hech qachon C: diskni yoki noma’lum diskni formatlamang. Formatlashdan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oldin disk harfi va nomini ikki marta tekshiring.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Fleshkadagi kerakli fayllarni kompyuterga nusxalab 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«Этот компьютер» da fleshka ustida o‘ng tugma →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«Форматировать».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«Файловая система» ro‘yxatidan exFAT ni tanlang, «Метка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тома» maydoniga nom yozing.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54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614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«Быстрое форматирование» belgisini qoldirib, «Начать»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tugmasini bosing va ogohlantirishni tasdiqlang.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Diskni formatlash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Xotira qurilmasini yangi fayl tizimi bilan tayyorlash jarayoni; bunda undagi barcha ma’lumotlar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o‘chadi.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Begona fleshkani ochishdan oldin nima qilish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Fleshkadagi bo‘sh joyni qayerdan bilish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Fleshkani nima uchun xavfsiz chiqarish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Formatlash nima va unda nima sodir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FAT32 fayl tizimining asosiy cheklovi nima?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20-mavzu. Fayllarni tashqi xotira qurilmalariga ko‘chirish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