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12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C2562D"/>
                </a:solidFill>
                <a:latin typeface="Georgia"/>
              </a:rPr>
              <a:t>23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Amaliy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C2562D"/>
                </a:solidFill>
                <a:latin typeface="Segoe UI"/>
              </a:rPr>
              <a:t>AXBOROT TEXNOLOGIYALARI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Internet brauzerlari va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qidiruv tizimlaridan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foydalanish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3467735"/>
            <a:ext cx="1097280" cy="54864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78777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17842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48970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tumani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23-MAVZU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Brauzer oynasi va asosiy imkoniyatlari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54253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Amaliy ish: qidiruv tizimida samarali qidirish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500557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Axborot ishonchliligini baholash va yuklab olish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23-MAVZU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C2562D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400" b="0">
                <a:solidFill>
                  <a:srgbClr val="3A4560"/>
                </a:solidFill>
                <a:latin typeface="Segoe UI"/>
              </a:rPr>
              <a:t>O‘quvchilarda brauzerda yorliqlar,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xatcho‘plar va tarix bilan ishlash,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qidiruv tizimida kalit so‘zlar va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operatorlar yordamida samarali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qidirish hamda topilgan axborot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ishonchliligini baholash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ko‘nikmasini shakllantirish.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72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 brauzerni sozlaydi,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kerakli saytni xatcho‘pga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qo‘shadi, qidiruv operatorlari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bilan aniq natija oladi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manbaning ishonchliligini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mezonlar bo‘yicha baholaydi.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1-REJA · BRAUZER OYNASI VA ASOSIY IMKONIYATLARI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Brauzer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38684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Mashhur brauzerlar: Google Chrome, Microsoft Edge, Mozilla Firefox, Opera, Yandex Browser.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187448"/>
          <a:ext cx="10728655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96949"/>
                <a:gridCol w="3731706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Amal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Tugmalar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Yangi yorliq (vkladka)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Ctrl + T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Yorliqni yopish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Ctrl + W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Yopilgan yorliqni qayta ochish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Ctrl + Shift + T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Xatcho‘pga qo‘shish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Ctrl + D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Tarix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Ctrl + 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2-REJA · AMALIY ISH: QIDIRUV TIZIMIDA SAMARALI QIDIRISH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Qidiruv tizimi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Qidiruv tizimi: </a:t>
            </a:r>
            <a:r>
              <a:rPr sz="2600" b="0">
                <a:solidFill>
                  <a:srgbClr val="1B2A4A"/>
                </a:solidFill>
                <a:latin typeface="Segoe UI"/>
              </a:rPr>
              <a:t>internetdagi sahifalarni kalit so‘zlar bo‘yicha topib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beruvchi xizmat (Google, Yandex).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86547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636774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Kalit so‘z: </a:t>
            </a:r>
            <a:r>
              <a:rPr sz="2600" b="0">
                <a:solidFill>
                  <a:srgbClr val="1B2A4A"/>
                </a:solidFill>
                <a:latin typeface="Segoe UI"/>
              </a:rPr>
              <a:t>qidirilayotgan mavzuning asosiy mazmunini ifodalovchi so‘z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yoki so‘z birikmasi.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2-REJA · AMALIY ISH: QIDIRUV TIZIMIDA SAMARALI QIDIRISH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Qidiruv operatorlari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3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5517"/>
                <a:gridCol w="4102132"/>
                <a:gridCol w="4891004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Operator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Misol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Natija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Qo‘shtirnoq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"axborot texnologiyalari"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Aynan shu ibora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Minus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kompyuter -o‘yin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«o‘yin» so‘zisiz natijalar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site: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ariza namunasi site:gov.uz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Faqat gov.uz saytlaridan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filetype: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informatika filetype:pdf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Faqat PDF fayllar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fleshka OR USB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Ikki so‘zdan biri bor sahifalar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2-REJA · AMALIY ISH: QIDIRUV TIZIMIDA SAMARALI QIDIRISH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Topshiriq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55561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728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1">
                <a:solidFill>
                  <a:srgbClr val="1B2A4A"/>
                </a:solidFill>
                <a:latin typeface="Segoe UI"/>
              </a:rPr>
              <a:t>Qadam 1.: </a:t>
            </a:r>
            <a:r>
              <a:rPr sz="2100" b="0">
                <a:solidFill>
                  <a:srgbClr val="1B2A4A"/>
                </a:solidFill>
                <a:latin typeface="Segoe UI"/>
              </a:rPr>
              <a:t>Brauzerda google.com saytini oching va interfeys tilini o‘zbek tiliga</a:t>
            </a:r>
            <a:br/>
            <a:r>
              <a:rPr sz="2100" b="0">
                <a:solidFill>
                  <a:srgbClr val="1B2A4A"/>
                </a:solidFill>
                <a:latin typeface="Segoe UI"/>
              </a:rPr>
              <a:t>o‘zgartiring.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584617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474214"/>
            <a:ext cx="10729862" cy="728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1">
                <a:solidFill>
                  <a:srgbClr val="1B2A4A"/>
                </a:solidFill>
                <a:latin typeface="Segoe UI"/>
              </a:rPr>
              <a:t>Qadam 2.: </a:t>
            </a:r>
            <a:r>
              <a:rPr sz="2100" b="0">
                <a:solidFill>
                  <a:srgbClr val="1B2A4A"/>
                </a:solidFill>
                <a:latin typeface="Segoe UI"/>
              </a:rPr>
              <a:t>«Kompyuterning asosiy qurilmalari» mavzusini oddiy, so‘ng qo‘shtirnoqda</a:t>
            </a:r>
            <a:br/>
            <a:r>
              <a:rPr sz="2100" b="0">
                <a:solidFill>
                  <a:srgbClr val="1B2A4A"/>
                </a:solidFill>
                <a:latin typeface="Segoe UI"/>
              </a:rPr>
              <a:t>qidiring; natijalar sonini solishtiring.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413673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303270"/>
            <a:ext cx="10729862" cy="387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1">
                <a:solidFill>
                  <a:srgbClr val="1B2A4A"/>
                </a:solidFill>
                <a:latin typeface="Segoe UI"/>
              </a:rPr>
              <a:t>Qadam 3.: </a:t>
            </a:r>
            <a:r>
              <a:rPr sz="2100" b="0">
                <a:solidFill>
                  <a:srgbClr val="1B2A4A"/>
                </a:solidFill>
                <a:latin typeface="Segoe UI"/>
              </a:rPr>
              <a:t>Faqat ziyonet.uz saytidan «informatika» bo‘yicha materiallarni toping.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901353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790950"/>
            <a:ext cx="10729862" cy="728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1">
                <a:solidFill>
                  <a:srgbClr val="1B2A4A"/>
                </a:solidFill>
                <a:latin typeface="Segoe UI"/>
              </a:rPr>
              <a:t>Qadam 4.: </a:t>
            </a:r>
            <a:r>
              <a:rPr sz="2100" b="0">
                <a:solidFill>
                  <a:srgbClr val="1B2A4A"/>
                </a:solidFill>
                <a:latin typeface="Segoe UI"/>
              </a:rPr>
              <a:t>«Axborot texnologiyalari» bo‘yicha PDF qo‘llanmani filetype:pdf bilan</a:t>
            </a:r>
            <a:br/>
            <a:r>
              <a:rPr sz="2100" b="0">
                <a:solidFill>
                  <a:srgbClr val="1B2A4A"/>
                </a:solidFill>
                <a:latin typeface="Segoe UI"/>
              </a:rPr>
              <a:t>toping.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730409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620006"/>
            <a:ext cx="10729862" cy="728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1">
                <a:solidFill>
                  <a:srgbClr val="1B2A4A"/>
                </a:solidFill>
                <a:latin typeface="Segoe UI"/>
              </a:rPr>
              <a:t>Qadam 5.: </a:t>
            </a:r>
            <a:r>
              <a:rPr sz="2100" b="0">
                <a:solidFill>
                  <a:srgbClr val="1B2A4A"/>
                </a:solidFill>
                <a:latin typeface="Segoe UI"/>
              </a:rPr>
              <a:t>«Rasmlar» bo‘limida «Инструменты» → «Права на использование» orqali</a:t>
            </a:r>
            <a:br/>
            <a:r>
              <a:rPr sz="2100" b="0">
                <a:solidFill>
                  <a:srgbClr val="1B2A4A"/>
                </a:solidFill>
                <a:latin typeface="Segoe UI"/>
              </a:rPr>
              <a:t>erkin foydalanish mumkin bo‘lgan rasmni toping.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5559465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5449062"/>
            <a:ext cx="10729862" cy="387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1">
                <a:solidFill>
                  <a:srgbClr val="1B2A4A"/>
                </a:solidFill>
                <a:latin typeface="Segoe UI"/>
              </a:rPr>
              <a:t>Qadam 6.: </a:t>
            </a:r>
            <a:r>
              <a:rPr sz="2100" b="0">
                <a:solidFill>
                  <a:srgbClr val="1B2A4A"/>
                </a:solidFill>
                <a:latin typeface="Segoe UI"/>
              </a:rPr>
              <a:t>Eng foydali sahifani Ctrl + D bilan xatcho‘pga qo‘shing.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3-REJA · AXBOROT ISHONCHLILIGINI BAHOLASH VA YUKLAB OLISH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Axborot ishonchliligini baholash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38684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Internetdagi har bir ma’lumot ham to‘g‘ri emas.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18744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4732"/>
                <a:gridCol w="9273922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Mezon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Savol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Muallif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Sahifani kim yozgan? Tashkilot yoki mutaxassismi?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Sana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Ma’lumot qachon e’lon qilingan, eskirmaganmi?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Manba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Rasmiy sayt (.gov.uz, .edu) yoki shaxsiy blogmi?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Tasdiq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Shu ma’lumot boshqa ishonchli saytlarda ham bormi?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Maqsad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Sahifa xabar beradimi yoki biror narsa sotmoqchimi?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3-REJA · AXBOROT ISHONCHLILIGINI BAHOLASH VA YUKLAB OLISH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Fayllarni yuklab olish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Faylni faqat rasmiy saytlardan yuklab oling; «Скачать» degan yolg‘on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reklama tugmalarini bosmang.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86547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636774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Yuklangan fayllar odatda «Загрузки» papkasiga tushadi, ularni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brauzerda Ctrl + J bilan ko‘rish mumkin.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778163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628390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Yuklangan faylni ochishdan oldin uning kengaytmasini tekshiring: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hujjat o‘rniga .exe kelsa, uni ochmang.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3-REJA · AXBOROT ISHONCHLILIGINI BAHOLASH VA YUKLAB OLISH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Brauzer xavfsizligi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Manzil satridagi qulf belgisi ulanish shifrlanganini bildiradi. Begona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kompyuterda inkognito oynadan foydalaning va ishdan keyin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hisoblardan chiqing. Brauzer va uning kengaytmalarini muntazam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yangilab turing.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23-MAVZU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Qanday brauzerlarni bilasiz?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Xatcho‘p va tarixning farqi nimada?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Qo‘shtirnoq va site: operatorlari qanday ishlaydi?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Internetdagi ma’lumot ishonchliligini qanday tekshirasiz?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16938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16938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20192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09371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Yopilgan yorliqni qanday qayta ochish mumkin?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C2562D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23-mavzu. Internet brauzerlari va qidiruv tizimlaridan foydalanish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