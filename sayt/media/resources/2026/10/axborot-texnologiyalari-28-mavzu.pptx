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va xizmat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ma’lumotlarini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qilish 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va xizmat ma’lumotlari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himoya qilishning tashkiliy va texnik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Qonunchilik va ma’lumotlar sizib chiqqanda ko‘riladigan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choralar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shaxsiy va xizmat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ma’lumotlari tushunchalari,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ularni himoya qilishning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tashkiliy va texnik usullari (kirish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huquqlari, shifrlash, ekran qulfi,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xavfsiz o‘chirish) hamda tegishli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qonunchilikni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shaxsiy va xizmat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ma’lumotlarini farqlaydi, ularni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qilish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tanlaydi va ma’lumot sizib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chiqqanda ko‘riladigan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choralarni 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SHAXSIY VA XIZMAT MA’LUMOTLARI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Shaxsiy ma’lumotlar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O‘zbekistonda shaxsiy ma’lumotlar «Shaxsga doir ma’lumotlar to‘g‘risida»gi Qonun (2019-yil,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O‘RQ-547) bilan himoya qilinadi.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973"/>
                <a:gridCol w="4559678"/>
                <a:gridCol w="496200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Oshkor bo‘lsa xavfi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Pasport rasmi, uy manzili, telefon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Firibgarlik, nomingizdan kredit olish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Moliyaviy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Karta raqami, SMS-kod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Pulni o‘g‘irlash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Tibbiy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Kasallik tarixi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Kamsitish, shantaj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Xizmat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Mijozlar bazasi, parollar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Tashkilot obro‘si va puli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HIMOYA QILISHNING TASHKILIY VA TEXNIK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Tashkiliy usullar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Ma’lumotga kirish huquqini faqat kerakli xodimlarga berish.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Xodimlarni xavfsizlik qoidalariga o‘qitish.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Qog‘ozdagi maxfiy hujjatlarni qulflanadigan javonda saqlash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keraksizini maydalagichda yo‘q qilish.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«Toza stol» qoidasi: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 joyidan ketayotganda stolda hujjat va parol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yozilgan qog‘oz qoldirmaslik.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HIMOYA QILISHNING TASHKILIY VA TEXNIK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usullar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384"/>
                <a:gridCol w="676927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Qanday qo‘llaniladi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 foydalanuvchi hisoblari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xodimning o‘z logini va paroli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Papka ruxsatlari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«Свойства» → «Безопасность» yorlig‘i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shifrlash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BitLocker, telefonlarda o‘rnatilgan shifrlash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Arxivni parollash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7-Zip’da AES-256 shifrlash bilan arxiv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 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Diskni utilita bilan qayta yozib tozalash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QONUNCHILIK VA MA’LUMOTLAR SIZIB CHIQQANDA KO‘RILADIGAN CHORALAR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Qurilmani topshirish va sotish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yoki telefonni ta’mirga berish, sotish yoki boshqa xodimga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topshirishdan oldin: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fayllarning zaxira nusxasini oling;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barcha hisoblardan (Google, Telegram, bank ilovalari) chiqing;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telefonni «Сброс до заводских настроек» bilan tozalang;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 disklarni xavfsiz tozalang yoki shifrlangan holda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topshiring.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QONUNCHILIK VA MA’LUMOTLAR SIZIB CHIQQANDA KO‘RILADIGAN CHORALAR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Ma’lumot sizib chiqqanda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Pochtangiz qaysidir ma’lumotlar sizib chiqishida qatnashganini haveibeenpwned.com saytida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tekshirish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Ma’lumotlar sizib chiqishi: </a:t>
            </a:r>
            <a:r>
              <a:rPr sz="1900" b="0">
                <a:solidFill>
                  <a:srgbClr val="1B2A4A"/>
                </a:solidFill>
                <a:latin typeface="Segoe UI"/>
              </a:rPr>
              <a:t>himoyalangan ma’lumotlarning ruxsatsiz shaxslar qo‘liga tushishi.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5654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Buzilgan hisob parolini darhol o‘zgartiring va boshqa qurilmalardagi seanslarni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yakunlang.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2058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259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Bank kartasi ma’lumotlari bilan bog‘liq bo‘lsa, bank bilan bog‘lanib kartani bloklang.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7574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1900" b="0">
                <a:solidFill>
                  <a:srgbClr val="1B2A4A"/>
                </a:solidFill>
                <a:latin typeface="Segoe UI"/>
              </a:rPr>
              <a:t>Ikki bosqichli autentifikatsiyani yoqing.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3091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3626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1900" b="0">
                <a:solidFill>
                  <a:srgbClr val="1B2A4A"/>
                </a:solidFill>
                <a:latin typeface="Segoe UI"/>
              </a:rPr>
              <a:t>Tashkilotda bo‘lsa, rahbariyat va axborot xavfsizligi bo‘limiga xabar bering.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1860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09143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1900" b="0">
                <a:solidFill>
                  <a:srgbClr val="1B2A4A"/>
                </a:solidFill>
                <a:latin typeface="Segoe UI"/>
              </a:rPr>
              <a:t>Kiberjinoyat holatlari haqida ichki ishlar organlariga murojaat qiling.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Shaxsga doir ma’lumotlarga nimalar kiradi?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Xizmat ma’lumotlari shaxsiy ma’lumotlardan qanday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Ma’lumotlarni himoya qilishning tashkiliy usullarini sanang.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Shifrlash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Ma’lumot sizib chiqqanda qanday choralar ko‘riladi?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28-mavzu. Shaxsiy va xizmat ma’lumotlarini himoya qilish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