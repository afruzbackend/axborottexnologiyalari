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Fayl va papkalarni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nusxalash, ko‘chirish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o‘chirish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Nusxalash va ko‘chirishning farqi va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fayllarni guruhlab ajratish, nusxalash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ko‘chirish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O‘chirish, savat va fayllarni tiklash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fayl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papkalarni bir nechta usulda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nusxalash va ko‘chirish,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nechta faylni birdaniga ajratish,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o‘chirish va savatdan tiklash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fayllarni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almashinuv buferi va sudrab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tashlash orqali nusxalaydi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ko‘chiradi, nom to‘qnashuvini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hal qiladi, o‘chirilgan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faylni savatdan tiklaydi.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NUSXALASH VA KO‘CHIRISHNING FARQI VA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Nusxalash va ko‘chirish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O‘ng tugma bilan sudrab, qo‘yib yuborilganda menyu chiqadi: «Копировать», «Переместить»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yoki «Создать ярлыки». Bu eng xavfsiz usul, chunki nima sodir bo‘lishini o‘zingiz tanlaysiz.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65"/>
                <a:gridCol w="2925996"/>
                <a:gridCol w="65834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Sudrab tashlash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Nusxalash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C, keyin Ctrl + 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diskka sudrash yoki Ctrl bosib turib sudrash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Ko‘chirish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X, keyin Ctrl + 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Shu disk ichida sudrash yoki Shift bosib turib sudrash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NUSXALASH VA KO‘CHIRISHNING FARQI VA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 nechta faylni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911"/>
                <a:gridCol w="621774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bosish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Tartibsiz joylashgan fayllarni birma-bir tanlash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Shift + bosish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va oxirgi fayl orasidagi hammasini tanlash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Papkadagi barcha fayllar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Sichqoncha bilan to‘rtburchak chizish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Hudud ichidagi fayllar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FAYLLARNI GURUHLAB AJRATISH, NUSXALASH VA KO‘CHIRISH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335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0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O‘qituvchi bergan Aralash_fayllar papkasida hujjatlar, rasmlar va musiqa fayllari aralash holda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turibdi.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0138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1900" b="0">
                <a:solidFill>
                  <a:srgbClr val="1B2A4A"/>
                </a:solidFill>
                <a:latin typeface="Segoe UI"/>
              </a:rPr>
              <a:t>Aralash_fayllar ichida Hujjatlar, Rasmlar, Audio papkalarini yarating.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5654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«Вид» → «Таблица» (jadval) ko‘rinishini yoqing va «Тип» ustuni bo‘yicha saralang.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1171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1706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1900" b="0">
                <a:solidFill>
                  <a:srgbClr val="1B2A4A"/>
                </a:solidFill>
                <a:latin typeface="Segoe UI"/>
              </a:rPr>
              <a:t>Barcha .docx va .pdf fayllarni Shift bilan ajratib, Ctrl + X bilan qirqing va Hujjatlar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papkasiga qo‘ying.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7574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1900" b="0">
                <a:solidFill>
                  <a:srgbClr val="1B2A4A"/>
                </a:solidFill>
                <a:latin typeface="Segoe UI"/>
              </a:rPr>
              <a:t>Rasmlarni Rasmlar papkasiga sichqoncha bilan sudrab ko‘chiring.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3091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3626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1900" b="0">
                <a:solidFill>
                  <a:srgbClr val="1B2A4A"/>
                </a:solidFill>
                <a:latin typeface="Segoe UI"/>
              </a:rPr>
              <a:t>Hujjatlar papkasini o‘z papkangizdagi Mustaqil_ish ga Ctrl bosib sudrab nusxalang.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18608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09143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Shu papkani yana bir marta nusxalang: Windows «Замена или пропуск файлов»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oynasini ko‘rsatadi.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FAYLLARNI GURUHLAB AJRATISH, NUSXALASH VA KO‘CHIRISH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Nom to‘qnashuvi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Muhim faylni almashtirishdan oldin ikkala versiyaning sanasi va hajmini solishtiring.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9304"/>
                <a:gridCol w="614935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Variant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bo‘ladi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«Заменить файлы в папке назначения»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fayl yangisi bilan almashtiriladi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«Пропустить эти файлы»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Mavjud fayllar o‘zgarmaydi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«Выбрать для каждого файла»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fayl uchun alohida qaror qabul qilinadi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O‘CHIRISH, SAVAT VA FAYLLARNI TIKLASH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O‘chirish va savat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Fleshka va tarmoq papkalaridan o‘chirilgan fayllar savatga tushmaydi, ular darhol o‘chadi. Shuning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uchun fleshkadagi fayllarni o‘chirishda ayniqsa ehtiyot bo‘lish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882"/>
                <a:gridCol w="4539046"/>
                <a:gridCol w="433272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savatga tushadi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Butunlay o‘chirish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Shift + Delete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savatni chetlab o‘tadi, tiklash qiyin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Savatda o‘ng tugma → «Восстановить»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asl joyiga qaytadi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Savatni tozalash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Savat ustida o‘ng tugma → «Очистить корзину»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Ichidagi barcha fayllar butunlay o‘chadi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O‘CHIRISH, SAVAT VA FAYLLARNI TIKLASH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O‘qituvchi har bir o‘quvchining papkalarida fayllar to‘g‘ri saralanganini,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nusxa va ko‘chirish amallari to‘g‘ri bajarilganini tekshirib baholaydi.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Audio papkasidagi bitta faylni Delete bilan o‘chiring.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 stolidagi «Корзина» ni oching, faylni toping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«Восстановить» ni bosing.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 asl papkasiga qaytganini tekshiring.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Nusxalash va ko‘chirishning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 nechta faylni qanday ajratish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Nom to‘qnashuvida qanday variantlar taklif qilinadi?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Shift + Delete tugmalari nima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O‘chirilgan faylni qanday tiklash mumkin?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18-mavzu. Fayl va papkalarni nusxalash, ko‘chirish va o‘chirish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