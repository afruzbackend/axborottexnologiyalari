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qo‘shimcha qurilmalarini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aniqlash va ularning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vazifalari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Qo‘shimcha (periferik) qurilmalar tushunchasi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Qo‘shimcha kiritish va chiqarish qurilmalari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Aloqa va saqlash uchun qo‘shimcha qurilmalar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kompyuterning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qo‘shimcha qurilmalari — printer,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skaner, kolonka, mikrofon,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veb-kamera, proyektor, modem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va tashqi xotira qurilmalarining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vazifalari hamda ularni farqlashni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o‘rgatish.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qo‘shimcha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qurilmalarni asosiy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qurilmalardan farqlaydi, ularni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vazifasi bo‘yicha guruhlaydi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kerakli ish uchun mos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qurilmani tanlaydi.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QO‘SHIMCHA (PERIFERIK) QURILMALAR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Qo‘shimcha qurilmalar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asosiy qurilmalarsiz ishlay olmaydi, lekin uning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imkoniyatlarini kengaytirish uchun qo‘shimcha qurilmalar ulanadi. Ular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tizim blokidan tashqarida joylashgani uchun periferik qurilmalar ham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deyiladi.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Periferik qurilma: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kompyuterga tashqaridan ulanib, uning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imkoniyatlarini kengaytiruvchi qo‘shimcha qurilma.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77079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62102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Drayver: </a:t>
            </a:r>
            <a:r>
              <a:rPr sz="2600" b="0">
                <a:solidFill>
                  <a:srgbClr val="1B2A4A"/>
                </a:solidFill>
                <a:latin typeface="Segoe UI"/>
              </a:rPr>
              <a:t>operatsion tizimga muayyan qurilma bilan ishlashni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o‘rgatuvchi maxsus dastur.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QO‘SHIMCHA (PERIFERIK) QURILMALAR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Qo‘shimcha qurilmalar guruhlari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02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054"/>
                <a:gridCol w="4470273"/>
                <a:gridCol w="53643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Guruh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Qurilmalar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Skaner, mikrofon, veb-kamera, grafik planshet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Tasvir, tovush va harakatni kompyuterga kiritish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Chiqarish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Printer, kolonka, quloqchin, proyektor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Natijani qog‘ozga, tovush yoki katta ekranga chiqarish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Aloqa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Modem, Wi-Fi adapter, router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Kompyuterni tarmoq va internetga ulash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Saqlash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Fleshka, tashqi disk, xotira kartasi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Ma’lumotni ko‘chirish va zaxiralash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QO‘SHIMCHA KIRITISH VA CHIQARISH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Qo‘shimcha kiritish qurilmalari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Shtrix-kod skaneri do‘konlarda, grafik planshet esa dizaynerlar ishida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keng qo‘llaniladi.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Skaner: </a:t>
            </a:r>
            <a:r>
              <a:rPr sz="2600" b="0">
                <a:solidFill>
                  <a:srgbClr val="1B2A4A"/>
                </a:solidFill>
                <a:latin typeface="Segoe UI"/>
              </a:rPr>
              <a:t>qog‘ozdagi matn yoki rasmni raqamli tasvirga aylantirib,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kompyuterga kirituvchi qurilma.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Veb-kamera: </a:t>
            </a:r>
            <a:r>
              <a:rPr sz="2600" b="0">
                <a:solidFill>
                  <a:srgbClr val="1B2A4A"/>
                </a:solidFill>
                <a:latin typeface="Segoe UI"/>
              </a:rPr>
              <a:t>videoqo‘ng‘iroq va onlayn darslar uchun tasvirni real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vaqtda kompyuterga uzatuvchi qurilma.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708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2109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Mikrofon: </a:t>
            </a:r>
            <a:r>
              <a:rPr sz="2600" b="0">
                <a:solidFill>
                  <a:srgbClr val="1B2A4A"/>
                </a:solidFill>
                <a:latin typeface="Segoe UI"/>
              </a:rPr>
              <a:t>tovushni elektr signalga aylantirib, kompyuterga kirituvchi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qurilma.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QO‘SHIMCHA KIRITISH VA CHIQARISH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Qo‘shimcha chiqarish qurilmalari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Printerlar ishlash usuliga ko‘ra uch turga bo‘linadi.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488"/>
                <a:gridCol w="5263113"/>
                <a:gridCol w="334005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Printer turi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Ishlash usuli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Qayerda qulay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Lazerli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Kukun (toner) issiqlik bilan qog‘ozga yopishtiriladi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Ofis, ko‘p hujjat chop etish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Purkagichli (struyli)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Mayda siyoh tomchilari purkaladi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Uy, rangli rasmlar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Matritsali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Ignalar lenta orqali qog‘ozga uriladi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Kassa cheklari, nusxali blankalar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ALOQA VA SAQLASH UCHUN QO‘SHIMCHA QURILMALAR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Aloqa qurilmalari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Router: </a:t>
            </a:r>
            <a:r>
              <a:rPr sz="2600" b="0">
                <a:solidFill>
                  <a:srgbClr val="1B2A4A"/>
                </a:solidFill>
                <a:latin typeface="Segoe UI"/>
              </a:rPr>
              <a:t>bir nechta qurilmani lokal tarmoqqa birlashtirib, ularni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internetga ulovchi qurilma.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Tarmoq kartasi: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kompyuterni kabel yoki simsiz aloqa orqali tarmoqqa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ulovchi qurilma.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ALOQA VA SAQLASH UCHUN QO‘SHIMCHA QURILMALAR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Tashqi saqlash qurilmalari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Fleshka, tashqi qattiq disk va xotira kartalari ma’lumotlarni bir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kompyuterdan boshqasiga ko‘chirish va zaxira nusxa saqlash uchun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ishlatiladi. Ular USB porti yoki karta o‘quvchi (kartrider) orqali ulanadi.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ALOQA VA SAQLASH UCHUN QO‘SHIMCHA QURILMALAR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Qurilmani to‘g‘ri tanlash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IT-servis mutaxassisi mijozga qurilma tanlashda quyidagilarga e’tibor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beradi: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Ish turi: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ko‘p hujjat chop etiladigan ofisga lazerli printer, foto chop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etishga purkagichli printer mos keladi.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Ulanish usuli: </a:t>
            </a:r>
            <a:r>
              <a:rPr sz="2600" b="0">
                <a:solidFill>
                  <a:srgbClr val="1B2A4A"/>
                </a:solidFill>
                <a:latin typeface="Segoe UI"/>
              </a:rPr>
              <a:t>USB, Wi-Fi yoki Bluetooth.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4821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9844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Operatsion tizim bilan mosligi va drayver mavjudligi.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1717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6740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Narxi va xizmat ko‘rsatish xarajatlari (kartrij, toner, siyoh).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Qo‘shimcha qurilmalar nima uchun periferik qurilmalar deb ataladi?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Drayver nima va u nima uchun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Lazerli va purkagichli printerlarning farqi nimada?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Skaner qanday vazifani bajaradi?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Ko‘p funksiyali qurilma (MFU) qanday imkoniyatlarni birlashtiradi?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2-mavzu. Kompyuterning qo‘shimcha qurilmalarini aniqlash va ularning vazifalari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