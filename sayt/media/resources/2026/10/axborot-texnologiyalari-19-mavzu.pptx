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Ma’lumotlarni saqlash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 va ularning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Xotira turlari va axborot o‘lchov birliklari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Ichki va tashqi saqlash qurilmalari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Bulutli saqlash va saqlash vositasini tanlash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ichki va tashqi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xotira, HDD, SSD, fleshka,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xotira kartasi, optik disk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bulutli saqlash vositalarining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 tamoyili, afzallik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kamchiliklarini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saqlash vositalarini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turlarga ajratadi,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hajmi va tezligini taqqoslaydi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vazifaga mos saqlash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vositasini 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XOTIRA TURLARI VA AXBOROT O‘LCHOV BIRLIKLARI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Xotira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Kompyuterda ikki xil xotira mavjud: biri tezkor, lekin vaqtincha,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ikkinchisi sekinroq, lekin doimiy.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Ichki xotira: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 bloki ichiga o‘rnatilgan xotira qurilmalari (RAM,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HDD, SSD).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Tashqi xotira: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kompyuterga tashqaridan ulanadigan va olib yurish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 bo‘lgan saqlash vositalari.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Bit: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axborotning eng kichik o‘lchov birligi, 0 yoki 1 qiymatini oladi.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398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900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Bayt: </a:t>
            </a:r>
            <a:r>
              <a:rPr sz="2600" b="0">
                <a:solidFill>
                  <a:srgbClr val="1B2A4A"/>
                </a:solidFill>
                <a:latin typeface="Segoe UI"/>
              </a:rPr>
              <a:t>8 bitdan iborat axborot birligi; bitta belgini saqlash uchun yetarli.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XOTIRA TURLARI VA AXBOROT O‘LCHOV BIRLIKLARI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Hajmni his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562"/>
                <a:gridCol w="90780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Hajm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Taxminan nimaga yetadi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KB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Yarim sahifa oddiy matn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Bitta sifatli fotosurat yoki 1 daqiqalik MP3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soatlik o‘rta sifatli video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250 000 ta fotosurat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ICHKI VA TASHQI SAQLASH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Ichki saqlash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Ko‘pincha operatsion tizim tez ishlashi uchun SSD ga, katta hajmdagi arxiv fayllar esa arzon HDD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ga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466"/>
                <a:gridCol w="4069489"/>
                <a:gridCol w="24046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HDD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SSD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100–200 MB/s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500–7000 MB/s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Harakatlanuvchi qismlar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 (plastina, kallak)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Zarbaga chidamliligi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Shovqin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GB narxi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Arzon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Qimmatroq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ICHKI VA TASHQI SAQLASH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Tashqi saqlash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094"/>
                <a:gridCol w="1962558"/>
                <a:gridCol w="2355070"/>
                <a:gridCol w="32709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Hajm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Ulanishi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Qo‘llanishi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8–256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ko‘chirish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Xotira kartasi (microSD)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16–512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Kartrider, telefon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Telefon, fotoapparat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HDD/SSD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500 GB – 5 TB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nusxa, katta arxiv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Optik disk (CD/DVD)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700 MB / 4,7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DVD diskovod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arxivlar, dasturlar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BULUTLI SAQLASH VA SAQLASH VOSITASINI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Bulutli saqlash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Bulutli xotirada fayllar foydalanuvchining kompyuterida emas, xizmat ko‘rsatuvchi kompaniyaning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ma’lumotlar markazidagi serverlarda saqlanadi.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3840"/>
                <a:gridCol w="3576218"/>
                <a:gridCol w="32185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Xizmat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Bepul hajm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Kompaniya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OneDrive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Microsoft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iCloud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Yandex Disk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Yandex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BULUTLI SAQLASH VA SAQLASH VOSITASINI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Saqlash vositasini tanlash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Hech bir saqlash vositasi abadiy emas: fleshka va disklar ham buziladi.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Shu sababli muhim ma’lumot kamida ikki xil vositada saqlanadi.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Darsdan uyga hujjat olib ketish uchun — fleshka yoki bulut.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Butun kompyuterning zaxira nusxasi uchun — tashqi disk.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Guruhdoshlar bilan birgalikda ishlash uchun — bulutli xotira.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Telefondagi rasmlarni saqlash uchun — bulut va xotira kartasi.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Ichki va tashqi xotira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Bit va bayt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HDD va SSD ning afzallik va kamchiliklarini ayting.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bulutli saqlash xizmatlarini bilasiz?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nusxa uchun qaysi saqlash vositasi qulay?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19-mavzu. Ma’lumotlarni saqlash vositalari va ularning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