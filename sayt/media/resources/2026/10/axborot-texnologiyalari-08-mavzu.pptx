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232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Matnli elektron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hujjatlarni amaliy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dasturlar yordamida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yaratish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4036694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435673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747386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05866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Matn muharriri oynasi va asosiy tushunchalar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ariza hujjatini yaratish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Hujjatga jadval va rasm qo‘shish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Microsoft Word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(yoki LibreOffice Writer)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dasturida yangi hujjat yaratish,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matn kiritish, jadval va rasm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qo‘shish hamda hujjatni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rasmiylashtirish ko‘nikmasini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talablarga mos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ariza hujjatini yaratadi, unga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jadval va rasm qo‘shadi hamda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hujjatni to‘g‘ri nom bilan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saqlaydi.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MATN MUHARRIRI OYNASI VA ASOSIY TUSHUNCHALAR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Word oynasi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7813"/>
                <a:gridCol w="744084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Oyna qismi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Tez murojaat paneli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Saqlash, bekor qilish, qaytarish tugmalari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«Главная» yorlig‘i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Shrift, abzats, uslublar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«Вставка» yorlig‘i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Jadval, rasm, shakl, sahifa raqami qo‘shish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«Макет» yorlig‘i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Hoshiyalar, sahifa yo‘nalishi va o‘lchami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Holat satri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Sahifa raqami, so‘zlar soni, til, masshtab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MATN MUHARRIRI OYNASI VA ASOSIY TUSHUNCHALAR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Matn kiritish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So‘zlar orasiga faqat bitta probel qo‘yiladi.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Tinish belgisidan oldin probel qo‘yilmaydi, keyin qo‘yiladi.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Enter tugmasi faqat yangi abzats boshlashda bosiladi, qator oxirida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matn o‘zi keyingi qatorga o‘tadi.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O‘zbek harflari «o‘», «g‘» uchun maxsus belgi (‘) ishlatiladi.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AMALIY ISH: ARIZA HUJJATINI YARATISH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5556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100" b="0">
                <a:solidFill>
                  <a:srgbClr val="1B2A4A"/>
                </a:solidFill>
                <a:latin typeface="Segoe UI"/>
              </a:rPr>
              <a:t>Word dasturini oching va «Новый документ» (Yangi hujjat) ni tanlang.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24324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132838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100" b="0">
                <a:solidFill>
                  <a:srgbClr val="1B2A4A"/>
                </a:solidFill>
                <a:latin typeface="Segoe UI"/>
              </a:rPr>
              <a:t>«Макет» → «Поля» bo‘limida hoshiyalarni o‘rnating: chap 3 sm, o‘ng 1,5 sm,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yuqori va pastki 2 sm.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07229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961894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100" b="0">
                <a:solidFill>
                  <a:srgbClr val="1B2A4A"/>
                </a:solidFill>
                <a:latin typeface="Segoe UI"/>
              </a:rPr>
              <a:t>«Главная» yorlig‘ida Times New Roman shriftini va 14 o‘lchamini tanlang.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5997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449574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100" b="0">
                <a:solidFill>
                  <a:srgbClr val="1B2A4A"/>
                </a:solidFill>
                <a:latin typeface="Segoe UI"/>
              </a:rPr>
              <a:t>O‘ng yuqori qismga kimga yozilayotganini kiriting: «Piskent tuman 1-son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texnikumi direktori...ga».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38903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278630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5.: </a:t>
            </a:r>
            <a:r>
              <a:rPr sz="2100" b="0">
                <a:solidFill>
                  <a:srgbClr val="1B2A4A"/>
                </a:solidFill>
                <a:latin typeface="Segoe UI"/>
              </a:rPr>
              <a:t>Sahifa o‘rtasiga «ARIZA» so‘zini yozing va uni markazga tekislang (Ctrl + E).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87671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766310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6.: </a:t>
            </a:r>
            <a:r>
              <a:rPr sz="2100" b="0">
                <a:solidFill>
                  <a:srgbClr val="1B2A4A"/>
                </a:solidFill>
                <a:latin typeface="Segoe UI"/>
              </a:rPr>
              <a:t>Ariza matnini yozing va uni ikki tomondan tekislang (Ctrl + J).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AMALIY ISH: ARIZA HUJJATINI YARATISH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Tekislash tugmalari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5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858292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Tugmalar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Tekislash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Chapga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Markazga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O‘ngga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J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Ikki tomondan (kenglik bo‘yicha)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HUJJATGA JADVAL VA RASM QO‘SHISH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Jadval qo‘shish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600" b="0">
                <a:solidFill>
                  <a:srgbClr val="1B2A4A"/>
                </a:solidFill>
                <a:latin typeface="Segoe UI"/>
              </a:rPr>
              <a:t>Kursorni jadval kerak bo‘lgan joyga qo‘ying.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«Вставка» → «Таблица» bo‘limida kerakli ustun va qatorlar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sonini belgilang (masalan, 3×4).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600" b="0">
                <a:solidFill>
                  <a:srgbClr val="1B2A4A"/>
                </a:solidFill>
                <a:latin typeface="Segoe UI"/>
              </a:rPr>
              <a:t>Jadval kataklariga ma’lumot kiriting; kataklar orasida Tab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tugmasi bilan o‘ting.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«Конструктор таблиц» yorlig‘ida jadval uslubini tanlang.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HUJJATGA JADVAL VA RASM QO‘SHISH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Rasm qo‘shish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«Вставка» → «Рисунки» → «Это устройство» orqali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kompyuterdagi rasmni tanlang.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600" b="0">
                <a:solidFill>
                  <a:srgbClr val="1B2A4A"/>
                </a:solidFill>
                <a:latin typeface="Segoe UI"/>
              </a:rPr>
              <a:t>Rasm burchaklaridagi nuqtalarni tortib o‘lchamini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o‘zgartiring.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«Формат рисунка» → «Обтекание текстом» orqali matn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rasm atrofida qanday joylashishini tanlang.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HUJJATGA JADVAL VA RASM QO‘SHISH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Baholash mezonlari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2879"/>
                <a:gridCol w="150577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Mezon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Ball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Hoshiyalar va shrift talabga mos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Sarlavha markazda, matn ikki tomondan tekislangan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Imlo xatolari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Jadval to‘g‘ri tuzilgan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Hujjat to‘g‘ri nom bilan saqlangan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Word oynasining asosiy qismlarini sanang.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Matnni markazga tekislash uchun qaysi tugmalar bosiladi?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Hujjatga jadval qanday qo‘shiladi?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Hoshiyalar qayerda sozlanadi?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Matn kiritishda qanday qoidalarga amal qilish kerak?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8-mavzu. Matnli elektron hujjatlarni amaliy dasturlar yordamida yaratish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