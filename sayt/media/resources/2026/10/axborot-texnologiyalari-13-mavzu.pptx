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hujjatlarni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saqlash formatlari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 formati va kengaytma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Hujjat, rasm, audio va video formatlari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Hujjatlarni saqlash usullari va joylari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fayl formati,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kengaytma tushunchalari, eng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ko‘p ishlatiladigan hujjat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multimedia formatlari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hujjatlarni saqlash usullari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fayl formatini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kengaytmasidan aniqlaydi,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vazifaga mos formatni tanlaydi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hujjatni qayerda saqlash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qulay ekanini asoslaydi.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FAYL FORMATI VA KENGAYTMA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formati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Bitta hujjatni bir necha xil ko‘rinishda saqlash mumkin. Masalan, ariza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Word faylida tahrir qilinadi, PDF ko‘rinishida esa o‘zgartirib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bo‘lmaydigan qilib yuboriladi.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 formati: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fayldagi ma’lumotlarni kodlash va joylashtirish usuli; fayl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qaysi dasturda ochilishini belgilaydi.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Kengaytma: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 nomidan keyin nuqta bilan yoziladigan va formatni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ko‘rsatuvchi belgilar (ariza.docx).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FAYL FORMATI VA KENGAYTMA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Hujjat formatlari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836"/>
                <a:gridCol w="3479563"/>
                <a:gridCol w="59442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Kengaytma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Format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ishlatiladi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.docx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Word hujjati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Tahrirlanadigan matnli hujjatlar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.pdf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Portable Document Format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Yuborish, chop etish, o‘zgarmas ko‘rinish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.txt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 matn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Formatlashsiz matn, eslatmalar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.rtf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Boy matn formati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Turli dasturlar o‘rtasida almashish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.odt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OpenDocument matni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LibreOffice hujjatlari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HUJJAT, RASM, AUDIO VA VIDEO FORMATLARI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Multimedia formatlari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665"/>
                <a:gridCol w="3065330"/>
                <a:gridCol w="654865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Kengaytmalar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.jpg, .png, .gif, .bmp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JPG — foto, PNG — sxema va skrinshot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Audio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.mp3, .wav, .ogg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MP3 — siqilgan, WAV — siqilmagan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Video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.mp4, .avi, .mkv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MP4 — eng ko‘p qo‘llaniladi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Arxiv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.zip, .rar, .7z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nechta faylni bitta siqilgan faylga jamlash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HUJJAT, RASM, AUDIO VA VIDEO FORMATLARI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Formatni tanlash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Hujjat hali tahrirlanadigan bo‘lsa — .docx.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Hujjat rasmiy yuborilsa yoki chop etilsa — .pdf.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Ko‘p faylni bitta xatda yuborish kerak bo‘lsa — .zip arxiv.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Fotosurat — .jpg, ekran rasmi yoki sxema — .png.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HUJJATLARNI SAQLASH USULLARI VA JOYLARI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Saqlash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Сохранить: </a:t>
            </a:r>
            <a:r>
              <a:rPr sz="2600" b="0">
                <a:solidFill>
                  <a:srgbClr val="1B2A4A"/>
                </a:solidFill>
                <a:latin typeface="Segoe UI"/>
              </a:rPr>
              <a:t>(Ctrl + S) — faylni joriy nomi va joyida saqlash; birinchi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marta saqlashda nom so‘raladi.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Сохранить как: </a:t>
            </a:r>
            <a:r>
              <a:rPr sz="2600" b="0">
                <a:solidFill>
                  <a:srgbClr val="1B2A4A"/>
                </a:solidFill>
                <a:latin typeface="Segoe UI"/>
              </a:rPr>
              <a:t>(F12) — faylni yangi nom, yangi joy yoki boshqa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formatda saqlash.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Avtosaqlash: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dasturning hujjatni har bir necha daqiqada avtomatik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saqlab borish imkoniyati.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HUJJATLARNI SAQLASH USULLARI VA JOYLARI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Saqlash joylari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Muhim hujjatlarni C: diskdagi ish stolida emas, alohida D: diskda yoki «Документы» papkasida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saqlash tavsiya etiladi: operatsion tizim qayta o‘rnatilganda C: disk ko‘pincha tozalanadi.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0265"/>
                <a:gridCol w="3543409"/>
                <a:gridCol w="344498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Joy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Afzalligi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Kamchiligi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diski (C:, D:)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Tez, internet kerak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buzilsa yo‘qolishi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Fleshka, tashqi disk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Ko‘chirish oson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Yo‘qolishi, buzilishi oson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Bulutli xotira (Google Disk, OneDrive)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Istalgan qurilmadan kirish, ulashish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papkasi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Ofisda birgalikda ishlash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lokal tarmoqda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formati va kengaytma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DOCX va PDF formatlarining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Qachon faylni arxivlash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«Сохранить» va «Сохранить как» buyruqlarining farqi nimada?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Muhim hujjatlarni qayerda saqlash xavfsizroq?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13-mavzu. Elektron hujjatlarni saqlash formatlari va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