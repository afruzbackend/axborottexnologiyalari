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Grafik va raqamli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materiallarni yaratish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grafikasi va grafik fayl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Paint dasturida rasm va sxema yaratish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Taqdimot slaydi va e’lon (plakat) tayyorlash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grafikasi turlarini farqlash,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Paint dasturida rasm va 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PowerPoint yoki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Canva yordamida slayd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e’lon tayyorlash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oddiy 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chizadi, rasmga matn qo‘shadi,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bir slaydli taqdimot va e’lon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tayyorlab, ularni PNG va PPTX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formatlarida saqlaydi.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KOMPYUTER GRAFIKASI VA GRAFIK FAYL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grafikasi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1"/>
                <a:gridCol w="1788109"/>
                <a:gridCol w="745045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Format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Grafika 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JPG (JPEG)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Fotosuratlar, hajmi kichik, sifati biroz yo‘qoladi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Rastr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Sifat yo‘qolmaydi, shaffof fonni qo‘llaydi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 animatsiya, 256 rang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SVG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Vektor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Logotip va belgilar, saytlar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PDF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Chop etish va ulashish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PAINT DASTURIDA RASM VA SXEMA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Paint dasturi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Paint Windows tarkibidagi oddiy rastr grafik muharrir. Uni «Пуск» → qidiruvga paint deb yozib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ochish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073"/>
                <a:gridCol w="791458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Asbob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Karandash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Erkin chiziq chizish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Cho‘tka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Turli qalinlikdagi chiziqlar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Shakllar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chiziq, to‘rtburchak, aylana, strelka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Bo‘yash (chelak)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Yopiq sohani rang bilan to‘ldirish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 (A)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Rasmga yozuv 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PAINT DASTURIDA RASM VA SXEMA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200" b="0">
                <a:solidFill>
                  <a:srgbClr val="1B2A4A"/>
                </a:solidFill>
                <a:latin typeface="Segoe UI"/>
              </a:rPr>
              <a:t>Paint’ni oching va «Изменить размер» orqali tuval o‘lchamini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1280×720 pikselga o‘rnating.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«Фигуры» asbobi bilan uchta to‘rtburchak chizing va ularni strelkalar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bilan bog‘lang.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200" b="0">
                <a:solidFill>
                  <a:srgbClr val="1B2A4A"/>
                </a:solidFill>
                <a:latin typeface="Segoe UI"/>
              </a:rPr>
              <a:t>To‘rtburchaklar ichiga «Kiritish», «Qayta ishlash», «Chiqarish» so‘zlarini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«A» asbobi bilan yozing.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200" b="0">
                <a:solidFill>
                  <a:srgbClr val="1B2A4A"/>
                </a:solidFill>
                <a:latin typeface="Segoe UI"/>
              </a:rPr>
              <a:t>Bo‘yash asbobi bilan har bir to‘rtburchakni boshqa rangga bo‘yang.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«Файл» → «Сохранить как» → «PNG» orqali «Sxema_Familiya.png»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nomi bilan saqlang.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TAQDIMOT SLAYDI VA E’LON (PLAKAT)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Taqdimot slaydi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Taqdimot: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ma’lumotni slaydlar ketma-ketligi ko‘rinishida namoyish etuvchi raqamli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material.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Slayd: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taqdimotning matn, rasm va boshqa obyektlardan iborat alohida sahifasi.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200" b="0">
                <a:solidFill>
                  <a:srgbClr val="1B2A4A"/>
                </a:solidFill>
                <a:latin typeface="Segoe UI"/>
              </a:rPr>
              <a:t>PowerPoint’da yangi taqdimot oching va «Конструктор» yorlig‘idan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mavzu (dizayn)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200" b="0">
                <a:solidFill>
                  <a:srgbClr val="1B2A4A"/>
                </a:solidFill>
                <a:latin typeface="Segoe UI"/>
              </a:rPr>
              <a:t>Sarlavha maydoniga «Kompyuterning asosiy qurilmalari» deb yozing.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«Вставка» → «Рисунки» orqali Paint’da chizgan sxemangizni qo‘shing.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Hujjatni «Slayd_Familiya.pptx» nomi bilan saqlang.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TAQDIMOT SLAYDI VA E’LON (PLAKAT)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E’lon (plakat) tayyorlash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E’lonni PowerPoint yoki Canva (canva.com) xizmatida tayyorlash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 Yaxshi e’lon qisqa, aniq va o‘qishga qulay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Asosiy sarlavha katta harflar bilan va uzoqdan ko‘rinadigan bo‘lsin.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Ranglar soni 2–3 tadan oshmasin; matn va fon rangi bir-biridan aniq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ajralib tursin.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Sana, vaqt va joy albatta ko‘rsatilsin.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171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6740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Boshqa muallifning rasmi ishlatilsa, ruxsat berilgan (bepul litsenziyali)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rasmlardan foydalaning.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Rastr va vektor grafikaning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Piksel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PNG va JPG formatlari qanday farq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Paint’da rasmga matn qanday qo‘shiladi?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Yaxshi e’lon qanday talablarga javob berishi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Grafik va raqamli materiallarni yaratish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