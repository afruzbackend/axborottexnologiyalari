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Operatsion tizim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yordamida dastur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qurilmalarni boshqarish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Dasturlarni o‘rnatish, yangilash va o‘chirish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vazifalar dispetcheri va avtoyuklanish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Qurilmalar va drayverlarni boshqarish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O‘quvchilarda Windows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yordamida dasturlarni o‘rnatish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va o‘chirish, osilib qolgan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dasturni yopish, avtoyuklanishni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sozlash hamda qurilma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drayverlarni boshqarish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dasturni rasmiy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manbadan o‘rnatadi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o‘chiradi, vazifalar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dispetcherida jarayonlarni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kuzatadi, qurilmani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o‘chirib-yoqadi va drayverni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yangilaydi.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DASTURLARNI O‘RNATISH, YANGILASH VA O‘CHIRISH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Dasturlarni o‘rnatish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Kompyuterga yangi dastur qo‘shish o‘rnatish (installyatsiya) deb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ataladi. Dastur fayllari diskka ko‘chiriladi, «Пуск» menyusida va 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stolida yorliq paydo bo‘ladi.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O‘rnatish fayli: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dasturni kompyuterga o‘rnatuvchi .exe yoki .msi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kengaytmali fayl.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2502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7525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Litsenziya: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dasturdan foydalanish shartlari va huquqini belgilovchi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hujjat.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DASTURLARNI O‘RNATISH, YANGILASH VA O‘CHIRISH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Dasturni o‘chirish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Dasturni papkasini o‘chirib tashlash orqali emas, maxsus bo‘lim orqali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o‘chirish kerak: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«Параметры» (Win + I) → «Приложения»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«Установленные приложения» bo‘limini oching.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Kerakli dastur yonidagi «…» belgisini bosib, «Удалить»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(O‘chirish) ni tanlang.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708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2109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O‘chirish ustasi ko‘rsatmalariga amal qiling.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VAZIFALAR DISPETCHERI VA AVTOYUKLANISH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Vazifalar dispetcheri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Vazifalar dispetcherini Ctrl + Shift + Esc tugmalari bilan ochish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Vazifalar dispetcheri: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ishlab turgan dasturlar, jarayonlar va kompyuter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resurslari sarfini ko‘rsatuvchi tizim dasturi.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Jarayon: </a:t>
            </a:r>
            <a:r>
              <a:rPr sz="2600" b="0">
                <a:solidFill>
                  <a:srgbClr val="1B2A4A"/>
                </a:solidFill>
                <a:latin typeface="Segoe UI"/>
              </a:rPr>
              <a:t>tezkor xotirada bajarilayotgan dastur nusxasi.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VAZIFALAR DISPETCHERI VA AVTOYUKLANISH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Avtoyuklanishdagi dasturlar soni kamaytirilsa, kompyuter tezroq yoqiladi. Lekin antivirus va tizim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drayverlarini o‘chirish mumkin emas.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154"/>
                <a:gridCol w="890250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Ustun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ko‘rsatadi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ЦП (CPU)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Protsessorning necha foizi band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Память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Tezkor xotira sarfi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Диск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Diskka yozish va o‘qish tezligi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Сеть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orqali uzatilayotgan ma’lumotlar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QURILMALAR VA DRAYVERLARNI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Qurilmalarni boshqarish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Qurilmalar dispetcheri (Win + X → «Диспетчер устройств») orqali quyidagi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amallar bajariladi: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Drayverni yangilash.: </a:t>
            </a:r>
            <a:r>
              <a:rPr sz="2400" b="0">
                <a:solidFill>
                  <a:srgbClr val="1B2A4A"/>
                </a:solidFill>
                <a:latin typeface="Segoe UI"/>
              </a:rPr>
              <a:t>Qurilma ustida o‘ng tugma → «Обновить драйвер»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→ «Автоматический поиск драйверов».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3244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59841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Qurilmani o‘chirish.: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«Отключить устройство» bandi qurilmani vaqtincha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ishdan chiqaradi.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6590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2501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Qurilmani yoqish.: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«Включить устройство» bandi uni qayta ishga tushiradi.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19548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614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Xususiyatlarni ko‘rish.: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«Свойства» oynasida drayver versiyasi va ishlab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chiqaruvchi ko‘rsatiladi.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QURILMALAR VA DRAYVERLARNI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Printer va tashqi qurilmalar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«Параметры» → «Bluetooth и устройства» bo‘limida printer,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sichqoncha, quloqchin kabi qurilmalarni qo‘shish va o‘chirish mumkin.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QURILMALAR VA DRAYVERLARNI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Nazorat topshirig‘i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81"/>
                <a:gridCol w="7878856"/>
                <a:gridCol w="150871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o‘rnatildi va ishga tushirildi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to‘g‘ri usulda o‘chirildi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Osilgan dastur vazifalar dispetcherida yopildi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Avtoyuklanishdan keraksiz dastur olib tashlandi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 drayveri versiyasi aniqlandi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Dasturni to‘g‘ri o‘chirish tartibi qanday?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Vazifalar dispetcheri qanday ochiladi va u nimani ko‘rsatadi?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Avtoyuklanish nima va uni nega sozlash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Drayverni qanday yangilash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Fleshkani nega «xavfsiz chiqarish»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6-mavzu. Operatsion tizim yordamida dastur va qurilmalarni boshqarish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