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Shaxsiy ma’lumotlarni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himoyalash choralarini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amalda qo‘llash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Smartfon va kompyuterda maxfiylik sozlamalari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hujjatni parol bilan himoyalash va shifrlangan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arxiv yaratish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Shaxsiy xavfsizlik auditini o‘tkazish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O‘quvchilarda ilovalar ruxsatlari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va joylashuv sozlamalarini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boshqarish, Word hujjatini parol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bilan himoyalash, shifrlangan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arxiv yaratish, brauzer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ma’lumotlarini tozalash va shaxsiy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xavfsizlik auditini o‘tkazish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telefondagi ilova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ruxsatlarini tekshiradi, parolli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hujjat va shifrlangan arxiv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yaratadi, brauzer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ma’lumotlarini tozalaydi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shaxsiy xavfsizlik auditi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natijasini rasmiylashtiradi.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SMARTFON VA KOMPYUTERDA MAXFIYLIK SOZLAMALARI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Ilovalar ruxsatlari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Ko‘plab ilovalar ishlashi uchun kerak bo‘lmagan ruxsatlarni so‘raydi: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fonarik ilovasi kontaktlarga, o‘yin esa mikrofonga kirishni so‘rashi xavfli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belgi.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Ilova ruxsati: </a:t>
            </a:r>
            <a:r>
              <a:rPr sz="2600" b="0">
                <a:solidFill>
                  <a:srgbClr val="1B2A4A"/>
                </a:solidFill>
                <a:latin typeface="Segoe UI"/>
              </a:rPr>
              <a:t>ilovaga kamera, mikrofon, kontaktlar, joylashuv kabi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qurilma imkoniyatlaridan foydalanishga berilgan huquq.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32502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7525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Geolokatsiya: </a:t>
            </a:r>
            <a:r>
              <a:rPr sz="2600" b="0">
                <a:solidFill>
                  <a:srgbClr val="1B2A4A"/>
                </a:solidFill>
                <a:latin typeface="Segoe UI"/>
              </a:rPr>
              <a:t>qurilmaning joylashgan o‘rnini GPS va tarmoq orqali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aniqlash.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SMARTFON VA KOMPYUTERDA MAXFIYLIK SOZLAMALARI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Telefonda tekshirish (Android)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«Настройки» → «Конфиденциальность» → «Диспетчер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разрешений» bo‘limini oching.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«Местоположение», «Камера», «Микрофон» bandlari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bo‘yicha qaysi ilovalarga ruxsat berilganini ko‘ring.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Keraksiz ruxsatlarni «Запретить» yoki «Только во время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использования» ga o‘zgartiring.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SMARTFON VA KOMPYUTERDA MAXFIYLIK SOZLAMALARI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Kompyuterda tekshirish (Windows)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«Параметры» → «Конфиденциальность и защита» bo‘limida kamera,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mikrofon va joylashuvga kirish huquqini har bir ilova uchun alohida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o‘chirish mumkin. Veb-kamerani ishlatmaganda yopib qo‘yish uchun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maxsus qopqoqdan foydalaning.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HUJJATNI PAROL BILAN HIMOYALASH VA SHIFRLANGAN ARXIV YARATISH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Word hujjatini parol bilan himoyalash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Parolni unutsangiz, hujjatni ochib bo‘lmaydi. Shuning uchun parolni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parol menejerida saqlang.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Word’da Shaxsiy_malumot_Familiya.docx faylini yarating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unga o‘quv ma’lumotlarini yozing.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«Файл» → «Сведения» → «Защита документа» →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«Зашифровать с использованием пароля» ni tanlang.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7087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2109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Kuchli parol kiriting va tasdiqlang, so‘ng hujjatni saqlang.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4398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2900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600" b="0">
                <a:solidFill>
                  <a:srgbClr val="1B2A4A"/>
                </a:solidFill>
                <a:latin typeface="Segoe UI"/>
              </a:rPr>
              <a:t>Hujjatni yopib, qayta oching: parol so‘ralishini tekshiring.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HUJJATNI PAROL BILAN HIMOYALASH VA SHIFRLANGAN ARXIV YARATISH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Shifrlangan arxiv yaratish (7-Zip)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995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772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Parolli arxivni elektron pochta orqali yuborsangiz, parolni boshqa kanal (masalan,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telefon qo‘ng‘irog‘i) orqali ayting.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8316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276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100" b="0">
                <a:solidFill>
                  <a:srgbClr val="1B2A4A"/>
                </a:solidFill>
                <a:latin typeface="Segoe UI"/>
              </a:rPr>
              <a:t>Himoyalanadigan fayllarni ajrating va o‘ng tugma → «7-Zip» → «Добавить к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архиву» ni tanlang.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1222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0182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«Формат архива» bandida zip yoki 7z ni tanlang.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9990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89502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«Шифрование» bo‘limida parolni ikki marta kiriting va «Метод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шифрования» da AES-256 ni tanlang.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2896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18558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100" b="0">
                <a:solidFill>
                  <a:srgbClr val="1B2A4A"/>
                </a:solidFill>
                <a:latin typeface="Segoe UI"/>
              </a:rPr>
              <a:t>7z formatida «Шифровать имена файлов» belgisini qo‘ying: shunda arxiv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ichidagi fayl nomlari ham ko‘rinmaydi.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65801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547614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«OK» ni bosing va arxivni ochib, parol so‘ralishini tekshiring.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HUJJATNI PAROL BILAN HIMOYALASH VA SHIFRLANGAN ARXIV YARATISH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Brauzer ma’lumotlarini tozalash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Begona kompyuterda ishlagandan keyin Ctrl + Shift + Delete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tugmalari bilan tarix, cookie fayllar va kesh tozalanadi.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Cookie: </a:t>
            </a:r>
            <a:r>
              <a:rPr sz="2600" b="0">
                <a:solidFill>
                  <a:srgbClr val="1B2A4A"/>
                </a:solidFill>
                <a:latin typeface="Segoe UI"/>
              </a:rPr>
              <a:t>sayt brauzerda saqlab qo‘yadigan kichik fayl: unda kirish holati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va sozlamalar saqlanadi.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SHAXSIY XAVFSIZLIK AUDITINI O‘TKAZISH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Shaxsiy xavfsizlik auditi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bir o‘quvchi o‘z qurilmalari va hisoblari bo‘yicha quyidagi audit varag‘ini to‘ldiradi.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43"/>
                <a:gridCol w="7965213"/>
                <a:gridCol w="146299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Tekshiruv bandi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Holat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Telefon va kompyuterda ekran qulfi bor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Operatsion tizim va ilovalar yangilangan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 yoqilgan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Asosiy hisoblarda (pochta, Telegram) 2FA yoqilgan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hisobda alohida kuchli parol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SHAXSIY XAVFSIZLIK AUDITINI O‘TKAZISH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baholash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7–8 ta «ha»: </a:t>
            </a:r>
            <a:r>
              <a:rPr sz="2600" b="0">
                <a:solidFill>
                  <a:srgbClr val="1B2A4A"/>
                </a:solidFill>
                <a:latin typeface="Segoe UI"/>
              </a:rPr>
              <a:t>xavfsizlik darajasi yuqori.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5–6 ta «ha»: </a:t>
            </a:r>
            <a:r>
              <a:rPr sz="2600" b="0">
                <a:solidFill>
                  <a:srgbClr val="1B2A4A"/>
                </a:solidFill>
                <a:latin typeface="Segoe UI"/>
              </a:rPr>
              <a:t>o‘rtacha, kamchiliklarni bir hafta ichida tuzating.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4 ta va kam: </a:t>
            </a:r>
            <a:r>
              <a:rPr sz="2600" b="0">
                <a:solidFill>
                  <a:srgbClr val="1B2A4A"/>
                </a:solidFill>
                <a:latin typeface="Segoe UI"/>
              </a:rPr>
              <a:t>xavfli, darhol choralar ko‘ring.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SHAXSIY XAVFSIZLIK AUDITINI O‘TKAZISH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Xulosa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Fan davomida biz kompyuter qurilmalari va operatsion tizim, elektron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hujjatlar, fayllar va ularni saqlash, internet va elektron axborot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almashinuvi hamda axborot xavfsizligi bilan tanishdik.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Ilova ruxsatlarini nega tekshirib turish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Word hujjatini parol bilan qanday himoyalash mumkin?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Shifrlangan arxiv qanday yaratiladi?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Cookie nima va brauzer ma’lumotlari qanday tozalanadi?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Shaxsiy xavfsizlik auditi qanday bandlardan iborat?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30-mavzu. Shaxsiy ma’lumotlarni himoyalash choralarini amalda qo‘llash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