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Elektron hujjatlarni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belgilangan formatlarda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saqlash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Fayllarni to‘g‘ri nomlash qoidalari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hujjatni DOCX, PDF va boshqa formatlarda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saqlash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Fayllarni arxivlash va hajmini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elektron hujjatni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nomlash, belgilangan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formatlarda (DOCX, PDF, ODT,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TXT) saqlash, kengaytmalarni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ko‘rsatish va fayllarni ZIP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arxivga joylash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bitta hujjatni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nechta formatda saqlaydi, PDF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faylni tekshiradi, fayllarni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arxivlaydi va fayl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xususiyatlaridan hajmini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FAYLLARNI TO‘G‘RI NOMLASH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 nomlash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Fayl nomi uning mazmunini aniq aks ettirishi kerak. «Yangi hujjat (3).docx» kabi nomlar keyinchalik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faylni topishni qiyinlashtiradi.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9612"/>
                <a:gridCol w="61590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Yomon nom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Yaxshi nom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Документ1.docx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Ariza_Karimov_A.docx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yangi oxirgi.docx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Referat_OT_v2.docx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rasm.png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Sxema_kompyuter_qurilmalari.png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HUJJATNI DOCX, PDF VA BOSHQA FORMATLARDA SAQLASH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100" b="0">
                <a:solidFill>
                  <a:srgbClr val="1B2A4A"/>
                </a:solidFill>
                <a:latin typeface="Segoe UI"/>
              </a:rPr>
              <a:t>Provodnik’da «Вид» → «Показать» → «Расширения имён файлов» bandini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yoqing.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8461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4214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«Документы» ichida Amaliy_14_Familiya papkasini yarating.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7229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61894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100" b="0">
                <a:solidFill>
                  <a:srgbClr val="1B2A4A"/>
                </a:solidFill>
                <a:latin typeface="Segoe UI"/>
              </a:rPr>
              <a:t>Word’da avvalgi darsdagi arizangizni oching va F12 tugmasini bosing.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5997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4957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«Тип файла» ro‘yxatidan «Документ Word (*.docx)» ni tanlab,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Ariza_Familiya.docx nomi bilan saqlang.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8903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278630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100" b="0">
                <a:solidFill>
                  <a:srgbClr val="1B2A4A"/>
                </a:solidFill>
                <a:latin typeface="Segoe UI"/>
              </a:rPr>
              <a:t>Yana F12 ni bosib, «PDF (*.pdf)» turini tanlang va saqlang. PDF faylni ochib,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ko‘rinishini tekshiring.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1808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68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2100" b="0">
                <a:solidFill>
                  <a:srgbClr val="1B2A4A"/>
                </a:solidFill>
                <a:latin typeface="Segoe UI"/>
              </a:rPr>
              <a:t>Shu hujjatni «Текст OpenDocument (*.odt)» va «Обычный текст (*.txt)»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formatlarida ham saqlang.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HUJJATNI DOCX, PDF VA BOSHQA FORMATLARDA SAQLASH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Formatlarni solishtirish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342"/>
                <a:gridCol w="3806942"/>
                <a:gridCol w="3806942"/>
                <a:gridCol w="173042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Format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Tahrir qilinadimi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Formatlash saqlanadimi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Hajmi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DOCX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PDF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 (maxsus dasturda)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kichik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TXT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kichik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FAYLLARNI ARXIVLASH VA HAJMINI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Arxivga joylash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Papkadagi barcha fayllarni ajrating (Ctrl + A).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O‘ng tugma → «Сжать в ZIP-файл» (Windows 11)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«Отправить» → «Сжатая ZIP-папка» 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Arxivga Amaliy_14_Familiya.zip nomini bering.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Arxivni ikki marta bosib ichidagi fayllarni ko‘ring; arxivdan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chiqarish uchun o‘ng tugma → «Извлечь все».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FAYLLARNI ARXIVLASH VA HAJMINI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 hajmini aniqlash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Fayl ustida o‘ng tugma → «Свойства» oynasida fayl hajmi, turi, yaratilgan va o‘zgartirilgan sanasi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ko‘rsatiladi.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409"/>
                <a:gridCol w="402324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Birlik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Qiymati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bayt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 bit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KB (kilobayt)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1024 bayt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MB (megabayt)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1024 KB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GB (gigabayt)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1024 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TB (terabayt)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1024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 nomida qaysi belgilar ishlatilmaydi?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Hujjatni PDF formatida qanday saqlash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TXT formatida saqlanganda nima yo‘qoladi?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Fayllarni ZIP arxivga qanday joylash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 hajmini qayerdan bilish mumkin?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14-mavzu. Elektron hujjatlarni belgilangan formatlarda saqlash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