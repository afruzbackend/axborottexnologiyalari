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Fayl va papkalarni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yaratish hamda nomlash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Papka va fayl yaratish usullari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o‘quv papkalar tizimini yaratish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Qayta nomlash, xususiyatlar va qidirish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Provodnik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yordamida papka va fayllarni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yaratish, ularni qoidalarga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muvofiq nomlash va qayta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nomlash, xususiyatlarini ko‘rish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qidirish ko‘nikmasini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ko‘p darajali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papkalar tizimini yaratadi,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fayllarni to‘g‘ri nomlaydi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qayta nomlaydi, kerakli faylni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qidiruv orqali topadi.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PAPKA VA FAYL YARATISH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Papka yaratish usullari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Yangi papka «Новая папка» nomi bilan paydo bo‘ladi va nomi ajratilgan holda turadi: darhol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yangi nomni yozib, Enter bosish kifoya.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0974"/>
                <a:gridCol w="786768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Usul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Harakat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Kontekst menyu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Bo‘sh joyda o‘ng tugma → «Создать» → «Папку»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Tugmalar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Shift + 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Provodnik paneli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«Создать» tugmasi → «Папку»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PAPKA VA FAYL YARATISH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Fayl yaratish usullari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Dasturning o‘zida: </a:t>
            </a:r>
            <a:r>
              <a:rPr sz="2600" b="0">
                <a:solidFill>
                  <a:srgbClr val="1B2A4A"/>
                </a:solidFill>
                <a:latin typeface="Segoe UI"/>
              </a:rPr>
              <a:t>Word’da yangi hujjat yaratib, «Сохранить как»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orqali kerakli papkaga saqlash.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Provodnik’da: </a:t>
            </a:r>
            <a:r>
              <a:rPr sz="2600" b="0">
                <a:solidFill>
                  <a:srgbClr val="1B2A4A"/>
                </a:solidFill>
                <a:latin typeface="Segoe UI"/>
              </a:rPr>
              <a:t>o‘ng tugma → «Создать» → «Документ Microsoft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Word» yoki «Текстовый документ».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Kontekst menyu: </a:t>
            </a:r>
            <a:r>
              <a:rPr sz="2600" b="0">
                <a:solidFill>
                  <a:srgbClr val="1B2A4A"/>
                </a:solidFill>
                <a:latin typeface="Segoe UI"/>
              </a:rPr>
              <a:t>sichqonchaning o‘ng tugmasi bosilganda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chiqadigan, tanlangan obyekt uchun mos buyruqlar ro‘yxati.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AMALIY ISH: O‘QUV PAPKALAR TIZIMINI YARATISH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Topshiriq: o‘quv papkalar tizimi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D: diskda (yoki «Документы» da) quyidagi tuzilmani yarating: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2981"/>
                <a:gridCol w="650567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Daraja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Papka nomi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Familiya_Ism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01_Axborot_texnologiyalari, 02_Matematika, 03_Ingliz_tili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 (01_Axborot_texnologiyalari ichida)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Nazariy, Amaliy, Mustaqil_ish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AMALIY ISH: O‘QUV PAPKALAR TIZIMINI YARATISH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400" b="0">
                <a:solidFill>
                  <a:srgbClr val="1B2A4A"/>
                </a:solidFill>
                <a:latin typeface="Segoe UI"/>
              </a:rPr>
              <a:t>Provodnik’ni oching (Win + E) va D: diskka o‘ting.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156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18160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400" b="0">
                <a:solidFill>
                  <a:srgbClr val="1B2A4A"/>
                </a:solidFill>
                <a:latin typeface="Segoe UI"/>
              </a:rPr>
              <a:t>Ctrl + Shift + N bilan Familiya_Ism papkasini yarating.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85207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1805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400" b="0">
                <a:solidFill>
                  <a:srgbClr val="1B2A4A"/>
                </a:solidFill>
                <a:latin typeface="Segoe UI"/>
              </a:rPr>
              <a:t>Papka ichiga kirib, uchta fan papkasini yarating; nomlar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boshidagi raqam ularni tartiblab turadi.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77867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64464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400" b="0">
                <a:solidFill>
                  <a:srgbClr val="1B2A4A"/>
                </a:solidFill>
                <a:latin typeface="Segoe UI"/>
              </a:rPr>
              <a:t>01_Axborot_texnologiyalari ichida uchta ichki papka yarating.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31511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18109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5.: </a:t>
            </a:r>
            <a:r>
              <a:rPr sz="2400" b="0">
                <a:solidFill>
                  <a:srgbClr val="1B2A4A"/>
                </a:solidFill>
                <a:latin typeface="Segoe UI"/>
              </a:rPr>
              <a:t>Amaliy papkasida o‘ng tugma → «Создать» → «Текстовый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документ» orqali Amaliy_17_hisobot.txt faylini yarating.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24171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10768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Qadam 6.: </a:t>
            </a:r>
            <a:r>
              <a:rPr sz="2400" b="0">
                <a:solidFill>
                  <a:srgbClr val="1B2A4A"/>
                </a:solidFill>
                <a:latin typeface="Segoe UI"/>
              </a:rPr>
              <a:t>Faylni oching, bugungi sana va mavzu nomini yozib, Ctrl + S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bilan saqlang.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QAYTA NOMLASH, XUSUSIYATLAR VA QIDIRISH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Qayta nomlash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Qadam.: </a:t>
            </a:r>
            <a:r>
              <a:rPr sz="2600" b="0">
                <a:solidFill>
                  <a:srgbClr val="1B2A4A"/>
                </a:solidFill>
                <a:latin typeface="Segoe UI"/>
              </a:rPr>
              <a:t>Faylni tanlab F2 tugmasini bosing, yangi nomni yozing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Enter ni bosing.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Qadam.: </a:t>
            </a:r>
            <a:r>
              <a:rPr sz="2600" b="0">
                <a:solidFill>
                  <a:srgbClr val="1B2A4A"/>
                </a:solidFill>
                <a:latin typeface="Segoe UI"/>
              </a:rPr>
              <a:t>Kengaytmani o‘zgartirmang: hisobot.txt ni hisobot.docx qilib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qayta nomlash fayl formatini o‘zgartirmaydi va u ochilmay qolishi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mumkin.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20081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05104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Qadam.: </a:t>
            </a:r>
            <a:r>
              <a:rPr sz="2600" b="0">
                <a:solidFill>
                  <a:srgbClr val="1B2A4A"/>
                </a:solidFill>
                <a:latin typeface="Segoe UI"/>
              </a:rPr>
              <a:t>Bir nechta faylni ajratib F2 bossangiz, ular bir xil nom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tartib raqami bilan nomlanadi: Rasm (1).jpg, Rasm (2).jpg.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QAYTA NOMLASH, XUSUSIYATLAR VA QIDIRISH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Xususiyatlar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Papka ustida o‘ng tugma → «Свойства» oynasida papka ichidagi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fayllar soni, umumiy hajm va joylashuv ko‘rsatiladi. Natijani topshiriq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kartochkasiga yozing.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QAYTA NOMLASH, XUSUSIYATLAR VA QIDIRISH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Qidirish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986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71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Ish yakunida o‘qituvchi papkalar tuzilmasini, nomlarning to‘g‘riligini va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topshiriq kartochkasini tekshiradi.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0585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7182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Provodnik’ning yuqori o‘ng qismidagi qidiruv maydoniga fayl nomining bir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qismini yozing.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3244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59841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Faqat ma’lum turdagi fayllarni topish uchun yulduzcha belgisidan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foydalaning: *.docx barcha Word fayllarini topadi.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65903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525010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Win + S tugmalari butun kompyuter bo‘yicha qidiruvni ochadi.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19548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0614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Shablon belgisi: </a:t>
            </a:r>
            <a:r>
              <a:rPr sz="2400" b="0">
                <a:solidFill>
                  <a:srgbClr val="1B2A4A"/>
                </a:solidFill>
                <a:latin typeface="Segoe UI"/>
              </a:rPr>
              <a:t>qidiruvda istalgan belgilar ketma-ketligini almashtiruvchi *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yoki bitta belgini almashtiruvchi ? belgisi.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Yangi papka yaratishning qanday usullari bor?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Faylni qayta nomlash uchun qaysi tugma bosiladi?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kengaytmani o‘zgartirib bo‘lmaydi?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Barcha Word fayllarini qanday qidirib topish mumkin?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Papka ichidagi fayllar sonini qayerdan bilish mumkin?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17-mavzu. Fayl va papkalarni yaratish hamda nomlash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