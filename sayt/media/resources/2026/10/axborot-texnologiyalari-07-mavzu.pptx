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hujjatlar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raqamli materiallarni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yaratish 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hujjat va raqamli material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hujjatlar yaratiladigan amaliy dasturlar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Elektron hujjat yaratish bosqichlari va talablari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elektron hujjat,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raqamli material, amaliy dastur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tushunchalarini, ofis dasturlari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hamda elektron hujjat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 bosqichlari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rasmiylashtirish talablarini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elektron hujjat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farqlaydi, vazifaga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dasturni tanlaydi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hujjat yaratish bosqichlarini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ELEKTRON HUJJAT VA RAQAMLI MATERIAL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hujjat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Bugungi kunda ariza, ma’lumotnoma, hisobot, buyruq va shartnomalar asosan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kompyuterda tayyorlanadi va elektron shaklda yuboriladi. O‘zbekistonda elektron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hujjatlar «Elektron hujjat aylanishi to‘g‘risida»gi Qonun bilan tartibga solinadi.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Elektron hujjat: </a:t>
            </a:r>
            <a:r>
              <a:rPr sz="2200" b="0">
                <a:solidFill>
                  <a:srgbClr val="1B2A4A"/>
                </a:solidFill>
                <a:latin typeface="Segoe UI"/>
              </a:rPr>
              <a:t>elektron shaklda qayd etilgan, rekvizitlarga ega va elektron raqamli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imzo bilan tasdiqlanishi mumkin bo‘lgan axborot.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Raqamli material: </a:t>
            </a:r>
            <a:r>
              <a:rPr sz="2200" b="0">
                <a:solidFill>
                  <a:srgbClr val="1B2A4A"/>
                </a:solidFill>
                <a:latin typeface="Segoe UI"/>
              </a:rPr>
              <a:t>kompyuterda yaratilgan yoki raqamlashtirilgan matn, rasm,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jadval, taqdimot, audio va video.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Rekvizit: </a:t>
            </a:r>
            <a:r>
              <a:rPr sz="2200" b="0">
                <a:solidFill>
                  <a:srgbClr val="1B2A4A"/>
                </a:solidFill>
                <a:latin typeface="Segoe UI"/>
              </a:rPr>
              <a:t>hujjatning majburiy qismlari: nomi, sanasi, raqami, imzosi, muhri.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Elektron raqamli imzo: </a:t>
            </a:r>
            <a:r>
              <a:rPr sz="2200" b="0">
                <a:solidFill>
                  <a:srgbClr val="1B2A4A"/>
                </a:solidFill>
                <a:latin typeface="Segoe UI"/>
              </a:rPr>
              <a:t>elektron hujjat muallifini aniqlash va hujjat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o‘zgartirilmaganini tasdiqlash vositasi (ERI).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ELEKTRON HUJJAT VA RAQAMLI MATERIAL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Qog‘oz va elektron hujjat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53"/>
                <a:gridCol w="3413663"/>
                <a:gridCol w="568943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Qog‘oz hujjat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Elektron hujjat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Tayyorlash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Qo‘lda yoki printerda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dasturida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Tahrirlash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Qayta yozish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Istalgan vaqtda oson o‘zgartiriladi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Yuborish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Pochta, kuryer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pochta, bir necha soniyada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Javon, arxiv xonasi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Disk, bulut, kam joy egallaydi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Qidirish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Qo‘lda varaqlash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Kalit so‘z bo‘yicha tez topiladi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ELEKTRON HUJJATLAR YARATILADIGAN AMALIY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dasturlar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30"/>
                <a:gridCol w="2600886"/>
                <a:gridCol w="3088552"/>
                <a:gridCol w="260088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Hujjat 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Microsoft Office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Bepul muqobil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Onlayn xizmat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Matnli hujjat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Word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LibreOffice Writer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Hujjatlar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jadval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Excel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LibreOffice Calc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Jadvallar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Taqdimot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PowerPoint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LibreOffice Impress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Slaydlar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Paint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GIMP, Krita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Canva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ELEKTRON HUJJATLAR YARATILADIGAN AMALIY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materiallar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Matnli: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ariza, referat, hisobot (.docx, .txt, .pdf).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Jadvalli: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baholar qaydnomasi, hisob-kitob (.xlsx).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Grafik: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rasm, diagramma, sxema, plakat (.png, .jpg).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Multimedia: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taqdimot, audio, video (.pptx, .mp3, .mp4).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ELEKTRON HUJJAT YARATISH BOSQICHLARI VA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Elektron hujjat yaratish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Rejalashtirish.: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Hujjat maqsadi, turi va kimga mo‘ljallanganini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aniqlash.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Matnni kiritish.: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Matnni xatosiz, bir xil uslubda yozish.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Tahrirlash.: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Xatolarni tuzatish, matnni qisqartirish yoki to‘ldirish.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Formatlash.: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Shrift, abzats, sarlavha, jadval va rasmlarni bezash.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Tekshirish.: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Imlo va mazmunni tekshirish, rekvizitlarni to‘ldirish.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6238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1261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Saqlash va yuborish.: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Faylni to‘g‘ri nom va formatda saqlash, chop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etish yoki elektron yuborish.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ELEKTRON HUJJAT YARATISH BOSQICHLARI VA TALABLARI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Rasmiy hujjatlarga qo‘yiladigan talablar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Hujjat yaratishda mualliflik huquqiga rioya qilish kerak: boshqa manbadan olingan matn yoki rasm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ishlatilganda manba ko‘rsatiladi.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728"/>
                <a:gridCol w="77869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Odatiy talab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Shrift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Times New Roman, 14 pt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Qatorlar oralig‘i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1,0 yoki 1,5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Hoshiyalar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Chap 3 sm, o‘ng 1,5 sm, yuqori va pastki 2 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Tekislash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tomondan (kenglik bo‘yicha)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Xatboshi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1,25 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Elektron hujjat qog‘oz hujjatdan qanday afzalliklarga ega?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materiallarning qanday turlari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Ofis dasturlari to‘plamiga qanday dasturlar kiradi?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Elektron hujjat yaratish qanday bosqichlardan iborat?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Rasmiy hujjat uchun qanday shrift va o‘lcham tavsiya etiladi?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Elektron hujjatlar va raqamli materiallarni yaratish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