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Raqamli materiallarni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tahrirlash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takomillashtirish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Rasmlarni tahrirlash: qirqish, o‘lcham, aylantirish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taqdimotni tahrirlash va takomillashtirish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Raqamli material sifatini tekshirish mezonlari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tayyor rasm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taqdimotlarni tahrirlash —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qirqish, o‘lchamini o‘zgartirish,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yorqinlikni sozlash, slaydlarni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tartiblash, o‘tish effektlari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animatsiya qo‘shish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rasmni qirqib, siqib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saqlaydi, taqdimot slaydlarini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qayta tartiblaydi, dizayn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animatsiya qo‘shadi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material sifatini mezonlar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baholaydi.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RASMLARNI TAHRIRLASH: QIRQISH, O‘LCHAM, AYLANTIRISH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Rasmni tahrirlash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Internetdan yoki fotoapparatdan olingan rasm ko‘pincha hujjatga to‘g‘ridan-to‘g‘ri mos kelmaydi: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 juda katta, qorong‘i yoki ortiqcha qismlarga ega bo‘lishi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3955"/>
                <a:gridCol w="4768291"/>
                <a:gridCol w="304640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Paint’da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«Фотографии» ilovasida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Qirqish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«Выделить» → «Обрезать»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«Изменить» → «Обрезка»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O‘lchamni o‘zgartirish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«Изменить размер» (foiz yoki piksel)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«…» → «Изменить размер»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Aylantirish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«Повернуть»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Aylantirish tugmasi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Yorqinlik va rang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«Корректировка» bo‘limi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TAQDIMOTNI TAHRIRLASH VA TAKOMILLASHTIRISH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Taqdimotni tahrirlash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Effektlarni me’yorida ishlatish kerak: juda ko‘p harakat tinglovchining diqqatini mazmundan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chalg‘itadi.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6048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3706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1800" b="0">
                <a:solidFill>
                  <a:srgbClr val="1B2A4A"/>
                </a:solidFill>
                <a:latin typeface="Segoe UI"/>
              </a:rPr>
              <a:t>Namunaviy taqdimotni oching va chap paneldagi slaydlarni sudrab, mantiqiy tartibga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keltiring.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920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226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1800" b="0">
                <a:solidFill>
                  <a:srgbClr val="1B2A4A"/>
                </a:solidFill>
                <a:latin typeface="Segoe UI"/>
              </a:rPr>
              <a:t>«Конструктор» yorlig‘ida yagona dizayn mavzusini tanlang: barcha slaydlar bir xil uslubda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bo‘lsin.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352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36746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1800" b="0">
                <a:solidFill>
                  <a:srgbClr val="1B2A4A"/>
                </a:solidFill>
                <a:latin typeface="Segoe UI"/>
              </a:rPr>
              <a:t>Ortiqcha matnni qisqartiring: bitta slaydda 5–6 qatordan ko‘p matn bo‘lmasin.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624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565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1800" b="0">
                <a:solidFill>
                  <a:srgbClr val="1B2A4A"/>
                </a:solidFill>
                <a:latin typeface="Segoe UI"/>
              </a:rPr>
              <a:t>Rasmni tanlab, «Формат рисунка» → «Обрезка» orqali qirqing va «Сжать рисунки» bilan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siqing.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9395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178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1800" b="0">
                <a:solidFill>
                  <a:srgbClr val="1B2A4A"/>
                </a:solidFill>
                <a:latin typeface="Segoe UI"/>
              </a:rPr>
              <a:t>«Переходы» yorlig‘ida slaydlar o‘rtasidagi o‘tish effektini tanlang.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3287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546090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1800" b="0">
                <a:solidFill>
                  <a:srgbClr val="1B2A4A"/>
                </a:solidFill>
                <a:latin typeface="Segoe UI"/>
              </a:rPr>
              <a:t>«Анимация» yorlig‘ida sarlavha va rasmlarga sodda animatsiya bering.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RAQAMLI MATERIAL SIFATINI TEKSHIRISH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Raqamli material sifati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920"/>
                <a:gridCol w="876173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Savol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Mazmun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 to‘g‘ri, aniq va to‘liqmi?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Tuzilma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Sarlavha, asosiy qism va xulosa bormi?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Dizayn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Ranglar va shriftlar bir xilmi, matn o‘qiladimi?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 sifati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Rasmlar tiniq, cho‘zilmagan, mavzuga mosmi?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Hajm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yuborish uchun haddan tashqari katta emasmi?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RAQAMLI MATERIAL SIFATINI TEKSHIRISH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Takomillashtirish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Juftlikdagi o‘quvchilar bir-birining taqdimotini jadvaldagi mezonlar bo‘yicha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5 ballik tizimda baholaydi va takomillashtirish bo‘yicha bitta taklif yozadi.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Qadam.: </a:t>
            </a:r>
            <a:r>
              <a:rPr sz="2400" b="0">
                <a:solidFill>
                  <a:srgbClr val="1B2A4A"/>
                </a:solidFill>
                <a:latin typeface="Segoe UI"/>
              </a:rPr>
              <a:t>Imlo xatolarini tuzating va qisqa, tushunarli jumlalar yozing.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Qadam.: </a:t>
            </a:r>
            <a:r>
              <a:rPr sz="2400" b="0">
                <a:solidFill>
                  <a:srgbClr val="1B2A4A"/>
                </a:solidFill>
                <a:latin typeface="Segoe UI"/>
              </a:rPr>
              <a:t>Matnni sxema, jadval yoki diagramma bilan almashtiring: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ko‘rgazmali material yaxshi esda qoladi.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Qadam.: </a:t>
            </a:r>
            <a:r>
              <a:rPr sz="2400" b="0">
                <a:solidFill>
                  <a:srgbClr val="1B2A4A"/>
                </a:solidFill>
                <a:latin typeface="Segoe UI"/>
              </a:rPr>
              <a:t>Kontrastni tekshiring: oq fonda to‘q, to‘q fonda och rangli matn.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053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7131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Qadam.: </a:t>
            </a:r>
            <a:r>
              <a:rPr sz="2400" b="0">
                <a:solidFill>
                  <a:srgbClr val="1B2A4A"/>
                </a:solidFill>
                <a:latin typeface="Segoe UI"/>
              </a:rPr>
              <a:t>Oxirgi slaydga manbalar ro‘yxatini qo‘shing.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Rasmni qirqish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Rasm o‘lchami kichraytirilsa, fayl hajmi qanday o‘zgaradi?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Animatsiya va o‘tish effekti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Bitta slaydda qancha matn bo‘lishi tavsiya etiladi?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Raqamli material sifati qanday mezonlar bo‘yicha baholanadi?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12-mavzu. Raqamli materiallarni tahrirlash va takomillashtirish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