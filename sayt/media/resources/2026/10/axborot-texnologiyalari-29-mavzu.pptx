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Kuchli parol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autentifikatsiya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usullaridan 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Kuchli parol talablari va parol yaratish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Windows va Google hisobida parol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PIN-kodni o‘zgartirish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Ikki bosqichli autentifikatsiyani yoqish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kuchli parol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uni xavfsiz saqlash,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Windows va Google hisobida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parolni o‘zgartirish, PIN-kod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o‘rnatish hamda ikki bosqichli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autentifikatsiyani yoqish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parol iborasi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usulida kuchli parol yaratadi,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o‘quv hisobida parolni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almashtiradi, Google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Telegram’da ikki bosqichli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himoyani yoqadi.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KUCHLI PAROL TALABLARI VA PAROL YARATISH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Autentifikatsiya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4436"/>
                <a:gridCol w="623421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Bilgan narsasi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Parol, PIN-kod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Ega bo‘lgan narsasi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 (SMS-kod), bank kartasi, ERI kaliti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O‘ziga xos belgisi (biometriya)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Barmoq izi, yuz tasviri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KUCHLI PAROL TALABLARI VA PAROL YARATISH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Kuchli parol talablari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6949"/>
                <a:gridCol w="67317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Parol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Baho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123456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zaif: bir soniyada topiladi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Ali2008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Zaif: ism va yil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Qovun!Yashil7Daraxt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Kuchli: uzun, aralash belgilar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WINDOWS VA GOOGLE HISOBIDA PAROL VA PIN-KODNI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 iborasi usuli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Masalan, «Mening mushugim 3 marta tarvuz yedi» gapidan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MeningMushugim3martaTarvuzYedi! paroli hosil bo‘ladi. Darsda misol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tariqasida ko‘rsatilgan parollarni haqiqiy hisoblarda ishlatmang.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Parol iborasi: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bir-biriga bog‘liq bo‘lmagan bir nechta so‘zdan tuzilgan,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eslab qolish oson, lekin taxmin qilish qiyin bo‘lgan uzun parol.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WINDOWS VA GOOGLE HISOBIDA PAROL VA PIN-KODNI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Windows’da parol va PIN-kod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«Параметры» (Win + I) → «Учётные записи»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«Варианты входа» bo‘limini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«Пароль» → «Изменить» tugmasini bosing, joriy parolni,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so‘ng yangi parolni ikki marta kiriting.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«PIN-код (Windows Hello)» bandida PIN-kod o‘rnating: u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faqat shu kompyuterda ishlaydi.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«Динамическая блокировка» va avtomatik ekran qulfini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yoqing.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WINDOWS VA GOOGLE HISOBIDA PAROL VA PIN-KODNI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Google hisobida parolni almashtirish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myaccount.google.com → «Безопасность» bo‘limini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«Пароль» bandini tanlang, joriy parolni tasdiqlang va yangi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kuchli parolni kiriting.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«Проверка безопасности» (Xavfsizlik tekshiruvi) ni ishga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tushirib, tavsiyalarni bajaring.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WINDOWS VA GOOGLE HISOBIDA PAROL VA PIN-KODNI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Parolni saqlash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Parolni qog‘ozga yozib monitorga yopishtirmang, uni messenjer orqali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yubormang.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Parol menejeri: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parollarni shifrlangan holda saqlovchi va kuchli parol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yaratib beruvchi dastur (Bitwarden, Google parollar menejeri).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IKKI BOSQICHLI AUTENTIFIKATSIYANI YOQISH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Ikki bosqichli autentifikatsiya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Parol o‘g‘irlansa ham, firibgar sizning telefoningizsiz hisobga kira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Ikki bosqichli autentifikatsiya: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parol bilan birga ikkinchi tasdiqlash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(SMS-kod, ilova kodi, telefonda tasdiqlash) talab qilinadigan himoya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usuli (2FA).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IKKI BOSQICHLI AUTENTIFIKATSIYANI YOQISH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Google hisobida 2FA ni yoqish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myaccount.google.com → «Безопасность»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«Двухэтапная аутентификация» bandini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«Начать» tugmasini bosing va telefon raqamingizni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tasdiqlang.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SMS orqali kelgan kodni kiriting va «Включить» tugmasini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«Резервные коды» (zaxira kodlar) ni yuklab olib, xavfsiz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joyda saqlang: telefon yo‘qolsa, ular yordam beradi.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IKKI BOSQICHLI AUTENTIFIKATSIYANI YOQISH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Telegram’da bulutli parol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Shundan so‘ng yangi qurilmadan Telegram’ga kirishda SMS-koddan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tashqari shu parol ham so‘raladi. Bu SMS-kodni aldov yo‘li bilan olgan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firibgarlardan himoya 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«Настройки» → «Конфиденциальность» → «Облачный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пароль» bandini oching.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Qo‘shimcha parol o‘ylab toping va kiriting.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939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4421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Tiklash uchun elektron pochta manzilingizni ko‘rsating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tasdiqlang.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IKKI BOSQICHLI AUTENTIFIKATSIYANI YOQISH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varag‘i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732"/>
                <a:gridCol w="7637347"/>
                <a:gridCol w="163657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iborasi usulida kuchli parol tuzildi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 hisobida parol almashtirildi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PIN-kod o‘rnatildi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2FA yoqildi, zaxira kodlar saqlandi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Telegram bulutli paroli o‘rnatildi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Identifikatsiya, autentifikatsiya va avtorizatsiya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Kuchli parol qanday talablarga javob berishi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 iborasi usulini tushuntiring.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Ikki bosqichli autentifikatsiya qanday himoya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Parollarni qanday xavfsiz saqlash mumkin?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29-mavzu. Kuchli parol va autentifikatsiya usullaridan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