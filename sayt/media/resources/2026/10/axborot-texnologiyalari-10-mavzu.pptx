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hujjatlarni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tahrirlash 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Tahrirlash va formatlash tushunchalari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Matnni ajratish, nusxalash, ko‘chirish va o‘chirish 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Qidirish, almashtirish, imlo tekshirish va o‘zgarishlarni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elektron hujjatni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tahrirlash usullari — matnni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ajratish, nusxalash, qirqish,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qo‘yish, bekor qilish, qidirish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almashtirish, imlo tekshirish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o‘zgarishlarni kuzatishni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tahrirlash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formatlashni farqlaydi,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almashinuv buferi bilan ishlash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tamoyilini izohlaydi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tahrirlashning tezkor usullarini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qo‘llaydi.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TAHRIRLASH VA FORMATLASH TUSHUNCHALARI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Tahrirlash va formatlash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Hujjat ustida ishlash ikki xil amalni o‘z ichiga oladi. Ularni farqlay olish ishni tez va to‘g‘ri bajarishga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2249"/>
                <a:gridCol w="2063202"/>
                <a:gridCol w="206320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Tahrirlash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Formatlash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so‘zni tuzatish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Abzatsni boshqa joyga ko‘chirish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Sarlavhani qalin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Qatorlar oralig‘ini o‘zgartirish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TAHRIRLASH VA FORMATLASH TUSHUNCHALARI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Kursorni tez harakatlantirish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012"/>
                <a:gridCol w="77576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Kursor qayerga o‘tadi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Home / End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Qator boshi / oxiri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Home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 boshi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End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 oxiri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← / →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so‘z chapga / o‘ngga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Backspace / Delete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Kursordan chapdagi / o‘ngdagi belgini 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MATNNI AJRATISH, NUSXALASH, KO‘CHIRISH VA O‘CHIRISH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Matnni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Matn ustida amal bajarishdan oldin uni ajratish (belgilash)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3717"/>
                <a:gridCol w="396493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ajratiladi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So‘z ustida ikki marta bosish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Bitta so‘z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 marta bosish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abzats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Shift + strelkalar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Belgilar bo‘yicha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hujjat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MATNNI AJRATISH, NUSXALASH, KO‘CHIRISH VA O‘CHIRISH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Almashinuv buferi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10/11 da Win + V tugmalari almashinuv buferi tarixini ochadi: oxirgi nusxalangan bir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nechta matnni tanlab qo‘yish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553"/>
                <a:gridCol w="1362368"/>
                <a:gridCol w="732273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Nusxalash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Matn joyida qoladi, nusxasi buferga tushadi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Qirqish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Matn joyidan olinib, buferga tushadi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Bufer mazmuni kursor turgan joyga qo‘yiladi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Bekor qilish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amal bekor qilinadi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Qaytarish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Bekor qilingan amal qaytariladi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QIDIRISH, ALMASHTIRISH, IMLO TEKSHIRISH VA O‘ZGARISHLARNI KUZATISH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Qidirish va almashtirish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Katta hujjatda biror so‘zni topish yoki uni hamma joyda boshqasiga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almashtirish uchun maxsus buyruqlar bor.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Ctrl + F — navigatsiya panelida so‘zni qidirish.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Ctrl + H — «Найти и заменить» oynasida so‘zni boshqa so‘zga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almashtirish; «Заменить все» tugmasi barcha uchrashuvlarni bir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zumda almashtiradi.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QIDIRISH, ALMASHTIRISH, IMLO TEKSHIRISH VA O‘ZGARISHLARNI KUZATISH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Imlo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Word noto‘g‘ri yozilgan so‘zlar ostiga qizil to‘lqinli chiziq tortadi. So‘z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ustida o‘ng tugmani bosib, to‘g‘ri variantni tanlash mumkin. F7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tugmasi butun hujjatni tekshirishni boshlaydi.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QIDIRISH, ALMASHTIRISH, IMLO TEKSHIRISH VA O‘ZGARISHLARNI KUZATISH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O‘zgarishlarni kuzatish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«Рецензирование» → «Исправления» rejimi yoqilganda har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o‘zgarish rangli belgilanadi. Hujjat muallifi o‘zgarishlarni qabul qilishi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rad etishi mumkin. Bu rejim hisobot va buyruqlarni bir nechta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xodim birgalikda tayyorlaganda juda qulay.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Rezenziyalash: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hujjatga boshqa shaxs tomonidan kiritilgan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o‘zgarishlar va izohlarni ko‘rsatish rejimi.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Tahrirlash va formatlash farqini misol bilan tushuntiring.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Almashinuv buferi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Nusxalash va qirqish o‘rtasida qanday farq bor?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So‘zni butun hujjatda boshqasiga qanday almashtirish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O‘zgarishlarni kuzatish rejimi nima uchun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10-mavzu. Elektron hujjatlarni tahrirlash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