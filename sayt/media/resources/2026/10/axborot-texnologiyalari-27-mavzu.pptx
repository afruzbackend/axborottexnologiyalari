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13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9E2A3A"/>
                </a:solidFill>
                <a:latin typeface="Georgia"/>
              </a:rPr>
              <a:t>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AXBOROT TEXNOLOGIYALARI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Internet va raqamli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muhitda xavfsiz ishlash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qoidalarini qo‘llash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Internetdagi asosiy xavflar: phishing va firibgarlik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havola va saytlarni tekshirish, antivirus bilan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skanerlash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Ijtimoiy tarmoqlar va messenjerlarda xavfsizlik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O‘quvchilarda phishing xatlar va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soxta saytlarni aniqlash, shubhali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havolani tekshirish, kompyuterni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antivirus bilan skanerlash va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ijtimoiy tarmoqlarda maxfiylik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sozlamalarini qo‘llash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ko‘nikmasini 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phishing belgilarini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aniqlaydi, havolani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VirusTotal’da tekshiradi,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Windows Defender bilan tez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tekshiruv o‘tkazadi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Telegram maxfiylik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sozlamalarini o‘rnatadi.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INTERNETDAGI ASOSIY XAVFLAR: PHISHING VA FIRIBGARLIK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Phishing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Phishing: </a:t>
            </a:r>
            <a:r>
              <a:rPr sz="2600" b="0">
                <a:solidFill>
                  <a:srgbClr val="1B2A4A"/>
                </a:solidFill>
                <a:latin typeface="Segoe UI"/>
              </a:rPr>
              <a:t>firibgarlar o‘zini bank, do‘kon yoki taniqli tashkilot qilib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ko‘rsatib, login, parol va karta ma’lumotlarini aldov yo‘li bilan olishga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urinishi.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20920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05943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Soxta sayt: </a:t>
            </a:r>
            <a:r>
              <a:rPr sz="2600" b="0">
                <a:solidFill>
                  <a:srgbClr val="1B2A4A"/>
                </a:solidFill>
                <a:latin typeface="Segoe UI"/>
              </a:rPr>
              <a:t>mashhur saytning tashqi ko‘rinishini nusxalab, boshqa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manzilda joylashtirilgan firibgarlik sayti.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20081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051046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Ijtimoiy muhandislik: </a:t>
            </a:r>
            <a:r>
              <a:rPr sz="2600" b="0">
                <a:solidFill>
                  <a:srgbClr val="1B2A4A"/>
                </a:solidFill>
                <a:latin typeface="Segoe UI"/>
              </a:rPr>
              <a:t>insonning ishonuvchanligi, qo‘rquvi yoki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qiziqishidan foydalanib, uni maxfiy ma’lumotni berishga majburlash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usuli.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INTERNETDAGI ASOSIY XAVFLAR: PHISHING VA FIRIBGARLIK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Phishing belgilari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Bank va to‘lov tizimlari hech qachon SMS-kod yoki kartaning orqa tomonidagi kodni so‘ramaydi.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SMS-kodni hech kimga aytmang: u sizning raqamli imzoyingiz.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6311"/>
                <a:gridCol w="789234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Belgi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Shoshiltirish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«24 soat ichida tasdiqlamasangiz, hisobingiz bloklanadi!»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Juda yaxshi taklif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«Siz iPhone yutib oldingiz, faqat yetkazib berish uchun to‘lang»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Noto‘g‘ri manzil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click-uz.net, paynne.uz, telegram-premium.ru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Maxfiy ma’lumot so‘rash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SMS-kod, karta raqami va amal qilish muddatini so‘rash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Imlo xatolari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Rasmiy xatda grammatik xatolar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AMALIY ISH: HAVOLA VA SAYTLARNI TEKSHIRISH, ANTIVIRUS BILAN SKANERLASH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Havolani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7918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2400" b="0">
                <a:solidFill>
                  <a:srgbClr val="1B2A4A"/>
                </a:solidFill>
                <a:latin typeface="Segoe UI"/>
              </a:rPr>
              <a:t>Shubhali havolani bosmang, sichqonchani uning ustiga olib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boring va pastki burchakda haqiqiy manzilni o‘qing.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0577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71750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2400" b="0">
                <a:solidFill>
                  <a:srgbClr val="1B2A4A"/>
                </a:solidFill>
                <a:latin typeface="Segoe UI"/>
              </a:rPr>
              <a:t>Manzilni oxiridan o‘qing: my.gov.uz.login-check.com aslida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login-check.com saytiga olib boradi.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63236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98342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2400" b="0">
                <a:solidFill>
                  <a:srgbClr val="1B2A4A"/>
                </a:solidFill>
                <a:latin typeface="Segoe UI"/>
              </a:rPr>
              <a:t>virustotal.com saytida «URL» yorlig‘ini tanlang va havolani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nusxalab qo‘ying.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55895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424934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Qadam 4.: </a:t>
            </a:r>
            <a:r>
              <a:rPr sz="2400" b="0">
                <a:solidFill>
                  <a:srgbClr val="1B2A4A"/>
                </a:solidFill>
                <a:latin typeface="Segoe UI"/>
              </a:rPr>
              <a:t>Natijani o‘qing: xavfli deb belgilagan antiviruslar soni ko‘rsatiladi.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09540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961382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Qadam 5.: </a:t>
            </a:r>
            <a:r>
              <a:rPr sz="2400" b="0">
                <a:solidFill>
                  <a:srgbClr val="1B2A4A"/>
                </a:solidFill>
                <a:latin typeface="Segoe UI"/>
              </a:rPr>
              <a:t>Natijani topshiriq kartochkasiga yozing.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AMALIY ISH: HAVOLA VA SAYTLARNI TEKSHIRISH, ANTIVIRUS BILAN SKANERLASH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Antivirus bilan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«Безопасность Windows» → «Защита от вирусов и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угроз» bo‘limini oching.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«Быстрая проверка» tugmasini bosing va tekshiruv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tugashini kuting.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«Обновления защиты» bo‘limida antivirus bazasini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yangilang.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76977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62000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4.: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«Брандмауэр и защита сети» bo‘limida barcha tarmoq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profillarida himoya yoqilganligini tekshiring.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AMALIY ISH: HAVOLA VA SAYTLARNI TEKSHIRISH, ANTIVIRUS BILAN SKANERLASH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Topshiriq kartochkasi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3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7036"/>
                <a:gridCol w="5452267"/>
                <a:gridCol w="2462314"/>
                <a:gridCol w="140703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№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Havola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Xavfli/xavfsiz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Belgilar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https://my.gov.uz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http://my-gov-uz.free-bonus.top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https://payme.uz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https://click-uz.net/bonus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IJTIMOIY TARMOQLAR VA MESSENJERLARDA XAVFSIZLIK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Ijtimoiy tarmoq va messenjerlarda xavfsizlik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Shaxsiy ma’lumotlar (uy manzili, pasport, karta) va geolokatsiyali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rasmlarni ommaga joylamang.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Notanish odamlarning do‘stlik so‘rovlarini va guruhga taklifini qabul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qilmang.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Do‘stingiz nomidan pul so‘ragan xabarni unga qo‘ng‘iroq qilib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tekshiring: hisobi buzilgan bo‘lishi mumkin.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76977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62000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Telegram’da notanish yuboruvchidan kelgan .apk yoki .exe fayllarni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ochmang.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IJTIMOIY TARMOQLAR VA MESSENJERLARDA XAVFSIZLIK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Telegram maxfiylik sozlamalari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«Настройки» → «Конфиденциальность» bo‘limini oching.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«Номер телефона» bandida «Мои контакты» yoki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«Никто» ni tanlang.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«Группы и каналы» bandida sizni guruhga kim qo‘sha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olishini cheklang.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712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9735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4.: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«Активные сеансы» bo‘limida begona qurilmalar bo‘lsa,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ularni yakunlang.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IJTIMOIY TARMOQLAR VA MESSENJERLARDA XAVFSIZLIK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Raqamli iz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Internetga bir marta joylangan ma’lumotni butunlay o‘chirish deyarli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imkonsiz. Shuning uchun har bir yozuvni joylashdan oldin «Buni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ota-onam yoki kelajakdagi ish beruvchim ko‘rsa nima bo‘ladi?» degan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savolni o‘zingizga bering.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77917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62940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Raqamli iz: </a:t>
            </a:r>
            <a:r>
              <a:rPr sz="2600" b="0">
                <a:solidFill>
                  <a:srgbClr val="1B2A4A"/>
                </a:solidFill>
                <a:latin typeface="Segoe UI"/>
              </a:rPr>
              <a:t>foydalanuvchining internetda qoldirgan barcha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ma’lumotlari: yozuvlari, rasmlari, izohlari va qidiruvlari.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Phishing nima?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Phishing xatning qanday belgilari bor?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Havola xavfsizligini qanday tekshirish mumkin?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Windows Defender bilan tez tekshiruv qanday o‘tkaziladi?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Raqamli iz nima va uni nega nazorat qilish kerak?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9E2A3A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27-mavzu. Internet va raqamli muhitda xavfsiz ishlash qoidalarini qo‘llash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