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axborot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almashinuvi va uning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axborot almashinuvi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pochta va uning ishlash tamoyili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Messenjerlar, ijtimoiy tarmoqlar va elektron hujjat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aylanishi tizimlari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elektron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almashinuvi tushunchasi,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elektron pochta manzili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tuzilishi va ishlash tamoyili,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messenjerlar, videoaloqa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elektron hujjat aylanishi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almashinuvi vositalarini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taqqoslaydi, elektron pochta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manzilini to‘g‘ri yozadi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rasmiy hamda norasmiy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yozishma uchun mos vositani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ELEKTRON AXBOROT ALMASHINUVI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axborot almashinuvi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Axborot almashinuvi ikki xil bo‘ladi: real vaqtda (qo‘ng‘iroq, videoaloqa, chat) va kechiktirilgan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(elektron pochta, xabar qoldirish).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254"/>
                <a:gridCol w="1907316"/>
                <a:gridCol w="464908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Tezligi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 qulay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pochta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necha soniya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yozishma, hujjat yuborish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Messenjer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Darhol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 muloqot, guruh suhbatlari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Videoaloqa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Real vaqt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Onlayn dars, yig‘ilish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hujjatlar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Real vaqt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 ustida birga ishlash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hujjat aylanishi tizimlari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Darhol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Tashkilotlar orasidagi rasmiy hujjatlar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ELEKTRON POCHTA VA UNING ISHLASH TAMOYILI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pochta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Elektron pochta: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internet orqali xat va fayllarni yuborish va qabul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qilish xizmati (e-mail).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Pochta qutisi: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pochta serverida foydalanuvchining xatlari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saqlanadigan shaxsiy joy.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ELEKTRON POCHTA VA UNING ISHLASH TAMOYILI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Pochta manzilining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Manzil karimov.ali@gmail.com uch qismdan iborat: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71"/>
                <a:gridCol w="88251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karimov.ali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nomi (login)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@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«Kuchukcha» (at) belgisi, «da» degan ma’noni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gmail.com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Pochta xizmati domeni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ELEKTRON POCHTA VA UNING ISHLASH TAMOYILI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 qismlari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712"/>
                <a:gridCol w="77309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Maydon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Кому (To)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qabul qiluvchi manzili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Копия (Cc)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Xabardor bo‘lishi kerak bo‘lgan qabul qiluvchilar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Скрытая копия (Bcc)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Boshqalarga ko‘rinmaydigan qabul qiluvchilar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Тема (Mavzu)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Xatning qisqa mazmuni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Xatning asosiy qismi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MESSENJERLAR, IJTIMOIY TARMOQLAR VA ELEKTRON HUJJAT AYLANISHI TIZIMLARI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Messenjerlar va ijtimoiy tarmoqlar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O‘zbekistonda eng ko‘p ishlatiladigan messenjer Telegram: unda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shaxsiy suhbatlar, guruhlar (200 000 a’zogacha) va kanallar mavjud.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Telegram orqali 2 GB gacha bo‘lgan fayllarni yuborish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Messenjer: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internet orqali tezkor matnli, ovozli va video xabar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almashish dasturi (Telegram, WhatsApp).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MESSENJERLAR, IJTIMOIY TARMOQLAR VA ELEKTRON HUJJAT AYLANISHI TIZIMLARI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hujjat aylanishi tizimlari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Davlat tashkilotlari va korxonalarda rasmiy hujjatlar maxsus tizimlar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orqali yuboriladi. O‘zbekistonda «E-hujjat» (Ijro.gov.uz) tizimi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«Yagona interaktiv davlat xizmatlari portali» (my.gov.uz) shunday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vositalardir.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MESSENJERLAR, IJTIMOIY TARMOQLAR VA ELEKTRON HUJJAT AYLANISHI TIZIMLARI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muloqot odobi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Netiket: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internetda muloqot qilishning odob-axloq qoidalari.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Xatda salomlashish, o‘zini tanishtirish va xayrlashish bo‘lsin.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Mavzu maydonini albatta to‘ldiring: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«Amaliy ish 25 – Karimov A.».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Faqat katta harflar bilan yozmang: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 baqirish deb qabul qilinadi.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707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209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Ilova faylning hajmi va nomini tekshiring, uni xat matnida eslating.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97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899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Kechasi va dam olish kunlari rasmiy xabar yubormaslikka harakat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Elektron axborot almashinuvining qanday vositalari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Elektron pochta manzili qanday qismlardan iborat?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Копия va Скрытая копия maydonlarining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Messenjer elektron pochtadan qanday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Netiket qoidalaridan beshtasini ayting.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24-mavzu. Elektron axborot almashinuvi va uning vositalari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