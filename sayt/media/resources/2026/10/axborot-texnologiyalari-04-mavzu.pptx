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tuzilishi va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imkoniyatlari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Operatsion tizim tushunchasi va vazifalari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Operatsion tizimning tuzilishi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Zamonaviy operatsion tizimlar va ularning imkoniyatlari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operatsion tizim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tushunchasi, uning vazifalari,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tarkibiy qismlari (yadro,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drayverlar, fayl tizimi, interfeys)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zamonaviy operatsion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tizimlarning imkoniyatlarini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operatsion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tizimning vazifalarini sanaydi,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uning tuzilishini izohlaydi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Windows, Linux, macOS,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Android tizimlarini taqqoslaydi.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 TUSHUNCHASI VA VAZIFALARI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yoqilgandan so‘ng ekranda ish stoli paydo bo‘lguncha bir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necha soniya o‘tadi. Shu vaqt ichida diskdan operatsion tizim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yuklanadi. Operatsion tizimsiz kompyuter shunchaki temir qutidir: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 u bilan muloqot qila olmaydi.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Operatsion tizim: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 qurilmalarini boshqaruvchi, dasturlar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ishini tashkil etuvchi va foydalanuvchi bilan muloqotni ta’minlovchi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dasturlar majmui.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51934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0436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Yuklanish: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 yoqilganda operatsion tizimning diskdan tezkor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xotiraga o‘qilib, ishga tushish jarayoni.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 TUSHUNCHASI VA VAZIFALARI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tizimning vazifalari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746"/>
                <a:gridCol w="743690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Qurilmalarni boshqarish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Protsessor, xotira, disk, printer ishini muvofiqlashtiradi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Dasturlarni ishga tushirish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Dasturlarni xotiraga yuklaydi, ularga resurs ajratadi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boshqarish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va papkalarni yaratish, saqlash, nusxalash, o‘chirishni…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bilan muloqot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Oyna, belgi, menyu orqali buyruq qabul qiladi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Xavfsizlikni ta’minlash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hisoblari, parollar, kirish huquqlari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OPERATSION TIZIMNING TUZILISHI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tizimning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Operatsion tizim bir-biri bilan bog‘langan bir necha qismdan iborat. Ularni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qatlamlar ko‘rinishida tasavvur qilish qulay: eng pastda apparat ta’minoti, eng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yuqorida foydalanuvchi dasturlari.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Yadro: </a:t>
            </a:r>
            <a:r>
              <a:rPr sz="2200" b="0">
                <a:solidFill>
                  <a:srgbClr val="1B2A4A"/>
                </a:solidFill>
                <a:latin typeface="Segoe UI"/>
              </a:rPr>
              <a:t>operatsion tizimning markaziy qismi bo‘lib, protsessor, xotira va qurilmalarni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bevosita boshqaradi.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Fayl tizimi: </a:t>
            </a:r>
            <a:r>
              <a:rPr sz="2200" b="0">
                <a:solidFill>
                  <a:srgbClr val="1B2A4A"/>
                </a:solidFill>
                <a:latin typeface="Segoe UI"/>
              </a:rPr>
              <a:t>diskdagi ma’lumotlarni fayl va papkalar ko‘rinishida tartiblash usuli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(NTFS, FAT32, exFAT).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269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0865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Interfeys: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foydalanuvchi va kompyuter o‘rtasidagi muloqot vositasi.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Grafik interfeys: </a:t>
            </a:r>
            <a:r>
              <a:rPr sz="2200" b="0">
                <a:solidFill>
                  <a:srgbClr val="1B2A4A"/>
                </a:solidFill>
                <a:latin typeface="Segoe UI"/>
              </a:rPr>
              <a:t>oyna, belgi, menyu va sichqoncha yordamida boshqariladigan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interfeys.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OPERATSION TIZIMNING TUZILISHI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Interfeys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02"/>
                <a:gridCol w="4263952"/>
                <a:gridCol w="440149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Interfeys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Boshqarish usuli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Buyruqlar satri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Buyruqlar klaviaturada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cmd, PowerShell, Linux terminali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Grafik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Sichqoncha, oynalar, belgilar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ish stoli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Sensorli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Barmoq bilan ekranga tegish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Android, iOS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ZAMONAVIY OPERATSION TIZIMLAR VA ULARNING IMKONIYATLARI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Zamonaviy operatsion tizimlar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9338"/>
                <a:gridCol w="2172892"/>
                <a:gridCol w="52964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Operatsion tizim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Ishlab chiquvchi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 ishlatiladi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10/11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Microsoft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Stol kompyuterlari, noutbuklar, ofislar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Linux (Ubuntu va boshq.)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Erkin hamjamiyat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Serverlar, dasturchilar kompyuterlari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macOS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Apple kompyuterlari (iMac, MacBook)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Android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Smartfon va planshetlar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iPhone smartfonlari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ZAMONAVIY OPERATSION TIZIMLAR VA ULARNING IMKONIYATLARI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imkoniyatlari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Operatsion tizim versiyasini bilish uchun Win + R tugmalarini bosib, winver buyrug‘ini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kiriting. IT-servis mutaxassisi har bir kompyuterda qaysi tizim o‘rnatilganini bilishi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kerak, chunki dastur va drayverlar tizim versiyasiga mos tanlanadi.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Bir vaqtning o‘zida bir nechta dasturda ishlash (ko‘p vazifalilik).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Bir nechta foydalanuvchi hisobini yaratish.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Tarmoq va internetga ulanish, fayllarni ulashish.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O‘rnatilgan himoya vositasi «Безопасность Windows» (antivirus va tarmoqlararo ekran).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71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67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Avtomatik yangilanish va tizimni tiklash nuqtalari.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qanday vazifalarni 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yadrosi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Grafik interfeys buyruqlar satridan qanday farq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zamonaviy operatsion tizimlarni bilasiz?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versiyasini qanday aniqlash mumkin?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4-mavzu. Operatsion tizimning tuzilishi va asosiy imkoniyatlari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