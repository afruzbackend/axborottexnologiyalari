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Operatsion tizim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interfeysi va ish stolini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boshqarish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 ish stoli va uning elementlari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oynalar va ish stolini boshqarish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Ish stolini shaxsiylashtirish va tartibga keltirish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Windows 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stoli elementlari, oynalar,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«Пуск» menyusi va vazifalar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paneli bilan ishlash hamda 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stolini sozlash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oynalarni ochadi,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yopadi, kichraytiradi,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joylashtiradi, ish stoli belgilarini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tartiblaydi va fon rasmi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mavzuni o‘zgartiradi.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WINDOWS ISH STOLI VA UNING ELEMENTLARI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stoli elementlari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Operatsion tizim yuklangandan keyin ekranda ko‘rinadigan asosiy ish maydoni ish stoli deb ataladi.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915"/>
                <a:gridCol w="4250976"/>
                <a:gridCol w="414976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Element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Joylashuvi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«Пуск» tugmasi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Vazifalar panelining chap yoki o‘rta qismi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Dasturlar ro‘yxati, sozlamalar, o‘chirish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Qidiruv maydoni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«Пуск» yonida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va fayllarni nomi bo‘yicha topish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Bildirishnomalar sohasi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O‘ng pastki burchak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Soat, til, tovush, tarmoq, batareya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Savat (Корзина)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 stolida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O‘chirilgan fayllar vaqtincha saqlanadi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OYNALAR VA ISH STOLINI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Oyna bilan ishlash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Har bir dastur yoki papka alohida oynada ochiladi. Oynaning yuqori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qismida sarlavha satri, o‘ng yuqori burchagida esa uchta boshqaruv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tugmasi bo‘ladi: kichraytirish (—), yoyish (□) va yopish (×).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OYNALAR VA ISH STOLINI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3981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1900" b="0">
                <a:solidFill>
                  <a:srgbClr val="1B2A4A"/>
                </a:solidFill>
                <a:latin typeface="Segoe UI"/>
              </a:rPr>
              <a:t>«Пуск» menyusini oching, «Блокнот» (Bloknot) va «Калькулятор» dasturlarini ishga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tushiring.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0384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091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1900" b="0">
                <a:solidFill>
                  <a:srgbClr val="1B2A4A"/>
                </a:solidFill>
                <a:latin typeface="Segoe UI"/>
              </a:rPr>
              <a:t>Bloknot oynasini sarlavha satridan ushlab ekran bo‘ylab suring, oyna chegarasini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tortib o‘lchamini o‘zgartiring.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6787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73222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1900" b="0">
                <a:solidFill>
                  <a:srgbClr val="1B2A4A"/>
                </a:solidFill>
                <a:latin typeface="Segoe UI"/>
              </a:rPr>
              <a:t>Alt + Tab tugmalari bilan oynalar orasida o‘ting.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2304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28390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 + ← va Win + → tugmalari bilan ikki oynani ekranning ikki yarmiga joylashtiring.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17821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083558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1900" b="0">
                <a:solidFill>
                  <a:srgbClr val="1B2A4A"/>
                </a:solidFill>
                <a:latin typeface="Segoe UI"/>
              </a:rPr>
              <a:t>Win + D tugmalari bilan barcha oynalarni yashirib, ish stolini ko‘rsating, yana bosib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qaytaring.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94224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847590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1">
                <a:solidFill>
                  <a:srgbClr val="1B2A4A"/>
                </a:solidFill>
                <a:latin typeface="Segoe UI"/>
              </a:rPr>
              <a:t>Qadam 6.: </a:t>
            </a:r>
            <a:r>
              <a:rPr sz="1900" b="0">
                <a:solidFill>
                  <a:srgbClr val="1B2A4A"/>
                </a:solidFill>
                <a:latin typeface="Segoe UI"/>
              </a:rPr>
              <a:t>Kalkulyator belgisini sichqonchaning o‘ng tugmasi bilan bosib, «Закрепить на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панели задач» orqali vazifalar paneliga mahkamlang.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OYNALAR VA ISH STOLINI BOSHQARISH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Foydali tugmalar birikmalari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5832"/>
                <a:gridCol w="756282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Birikma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«Пуск» menyusini ochish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 + 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Provodnik (fayllar boshqaruvchisi)ni ochish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Alt + F4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Faol oynani yopish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 + 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Kompyuterni qulflash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Shift + Esc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Vazifalar dispetcherini ochish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ISH STOLINI SHAXSIYLASHTIRISH VA TARTIBGA KELTIRISH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stolini shaxsiylashtirish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Ish stolining bo‘sh joyida sichqonchaning o‘ng tugmasini bosib,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«Персонализация» (Shaxsiylashtirish) bandini tanlang.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Fon.: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«Фон» bo‘limida tayyor rasmlardan birini yoki o‘zingizning rasmingizni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3244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59841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Ranglar.: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«Цвета» bo‘limida yorug‘ yoki qorong‘i rejimni va asosiy rangni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tanlang.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6590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2501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Ekran qulfi.: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«Экран блокировки» bo‘limida qulflangan ekran rasmini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o‘zgartiring.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58562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45160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Vazifalar paneli.: </a:t>
            </a:r>
            <a:r>
              <a:rPr sz="2400" b="0">
                <a:solidFill>
                  <a:srgbClr val="1B2A4A"/>
                </a:solidFill>
                <a:latin typeface="Segoe UI"/>
              </a:rPr>
              <a:t>«Панель задач» bo‘limida panel tugmalarini sozlang.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ISH STOLINI SHAXSIYLASHTIRISH VA TARTIBGA KELTIRISH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stolini tartibga keltirish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stolida juda ko‘p fayl saqlash kompyuterni sekinlashtiradi va kerakli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faylni topishni qiyinlashtiradi.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belgilarni o‘ng tugma → «Сортировка» → «Имя» orqali nom bo‘yicha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tartiblang;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bir xil turdagi fayllarni alohida papkalarga yig‘ing;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821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298442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stolida faqat tez-tez ishlatiladigan dasturlar yorliqlarini qoldiring.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ISH STOLINI SHAXSIYLASHTIRISH VA TARTIBGA KELTIRISH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 natijasini baholash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O‘qituvchi har bir o‘quvchidan oynalarni ikki tomonga joylashtirish, ish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stolini ko‘rsatish va fon rasmini o‘zgartirishni bajarib ko‘rsatishni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so‘raydi. Barcha amallar 10 daqiqada bajarilsa, ish a’lo baholanadi.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stolida qanday elementlar bor?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Yorliq faylning o‘zidan qanday farq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Oynani ekranning yarmiga qanday joylashtirish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Alt + Tab tugmalari qanday vazifani bajaradi?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Ish stoli fonini qanday o‘zgartirasiz?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5-mavzu. Operatsion tizim interfeysi va ish stolini boshqarish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