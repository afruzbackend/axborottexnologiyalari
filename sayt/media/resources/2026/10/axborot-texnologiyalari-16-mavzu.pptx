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Fayl va papkalar bilan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ishlashning asosiy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qoidalari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Fayl, papka va fayl tizimi tushunchalari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Fayl yo‘li va papkalar daraxti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Provodnik dasturi va fayllar bilan ishlash qoidalari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fayl, papka, disk,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fayl yo‘li, papkalar daraxti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tushunchalarini, Provodnik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dasturi imkoniyatlarini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fayllar bilan ishlashning asosiy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qoidalarini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fayl va papkani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farqlaydi, fayl yo‘lini o‘qiydi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yozadi, Provodnik’da kerakli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faylni topadi hamda fayllarni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tartibli saqlash qoidalarini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izohlaydi.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FAYL, PAPKA VA FAYL TIZIMI TUSHUNCHALARI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Fayl va papka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Kompyuterdagi barcha ma’lumotlar (hujjat, rasm, dastur, musiqa) fayl ko‘rinishida saqlanadi. Fayllar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ko‘p bo‘lgani uchun ular papkalarga guruhlanadi.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672"/>
                <a:gridCol w="811898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Tushuncha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Hayotiy o‘xshatish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Kitob javoni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Papka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Javondagi qutilar va jildlar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Jild ichidagi varaq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FAYL, PAPKA VA FAYL TIZIMI TUSHUNCHALARI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Fayl atributlari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Har bir fayl nomi va kengaytmasidan tashqari hajm, yaratilgan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o‘zgartirilgan sana, atributlarga ega. «Только чтение» (faqat o‘qish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uchun) atributi faylni tasodifiy o‘zgartirishdan, «Скрытый» (yashirin)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atributi esa uni ko‘rinishdan himoya qiladi.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FAYL YO‘LI VA PAPKALAR DARAXTI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Fayl yo‘li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Masalan: D:\Texnikum\Axborot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texnologiyalari\Amaliy\Ariza_Karimov.docx. Bu yerda D: disk, Texnikum,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Axborot texnologiyalari, Amaliy papkalar, Ariza_Karimov.docx esa fayl.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Fayl yo‘li: </a:t>
            </a:r>
            <a:r>
              <a:rPr sz="2600" b="0">
                <a:solidFill>
                  <a:srgbClr val="1B2A4A"/>
                </a:solidFill>
                <a:latin typeface="Segoe UI"/>
              </a:rPr>
              <a:t>faylning diskdagi joylashgan o‘rnini disk harfi va papkalar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ketma-ketligi orqali ko‘rsatuvchi manzil.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FAYL YO‘LI VA PAPKALAR DARAXTI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Papkalar daraxti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Papkalar bir-birining ichida joylashib, daraxtsimon tuzilmani hosil qiladi. Eng yuqori daraja disk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bo‘lib, u ildiz papka deyiladi.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145"/>
                <a:gridCol w="834450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Daraja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Ildiz (disk)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D:\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1-daraja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D:\Texnikum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2-daraja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D:\Texnikum\Axborot texnologiyalari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3-daraja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D:\Texnikum\Axborot texnologiyalari\Amaliy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FAYL YO‘LI VA PAPKALAR DARAXTI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Maxsus papkalar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Windows har bir foydalanuvchi uchun tayyor papkalar yaratadi: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«Рабочий стол» (Ish stoli), «Документы», «Загрузки» (internetdan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yuklanganlar), «Изображения», «Музыка», «Видео». Ular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C:\Users\Foydalanuvchi_nomi ichida joylashadi.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PROVODNIK DASTURI VA FAYLLAR BILAN ISHLASH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Provodnik dasturi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Provodnik Win + E tugmalari yoki vazifalar panelidagi sariq papka belgisi bilan ochiladi.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145"/>
                <a:gridCol w="834450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Qism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Manzil satri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Joriy papkaning yo‘li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Qidiruv maydoni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Joriy papkada nom bo‘yicha qidirish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Navigatsiya paneli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Disklar va tez kirish papkalari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 maydoni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va papkalar ro‘yxati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«Вид» menyusi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Belgilar o‘lchami, jadval ko‘rinishi, kengaytmalarni ko‘rsatish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PROVODNIK DASTURI VA FAYLLAR BILAN ISHLASH QOIDALARI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Fayllar bilan ishlash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4528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25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Tartibli papkalar tizimi vaqtni tejaydi: kerakli fayl qidirilmaydi, balki darhol topiladi.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4433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2605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Har bir fan yoki loyiha uchun alohida papka yarating.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84826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2999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Fayllarni «Загрузки» yoki ish stolida to‘plab qo‘ymang, darhol tegishli papkaga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joylang.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0983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59156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Tizim papkalari (C: </a:t>
            </a:r>
            <a:r>
              <a:rPr sz="2200" b="0">
                <a:solidFill>
                  <a:srgbClr val="1B2A4A"/>
                </a:solidFill>
                <a:latin typeface="Segoe UI"/>
              </a:rPr>
              <a:t>\Windows, C:\Program Files) dagi fayllarni o‘chirmang va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ko‘chirmang.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7140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5312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Noma’lum manbadan kelgan faylni ochishdan oldin antivirus bilan tekshiring.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7534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5706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Muhim fayllarning zaxira nusxasini muntazam oling.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Fayl va papka nima?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Fayl yo‘li qanday yoziladi? Misol keltiring.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Papkalar daraxti nima?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Provodnik qanday ochiladi va qanday qismlardan iborat?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Qaysi papkalardagi fayllarni o‘chirish mumkin emas?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16-mavzu. Fayl va papkalar bilan ishlashning asosiy qoidalari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