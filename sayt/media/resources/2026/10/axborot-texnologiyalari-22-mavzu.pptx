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va tarmoq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xizmatlarining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imkoniyatlari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tarmog‘i va internet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Internetning ishlash tamoyili: IP-manzil, domen,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provayder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Internetning asosiy xizmatlari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tarmog‘i, lokal va global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tarmoq, internet, IP-manzil,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domen, provayder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internetning asosiy xizmatlarini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tarmoq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farqlaydi, sayt manzilining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tuzilishini izohlaydi va kundalik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hayotda foydalaniladigan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internet xizmatlarini sanaydi.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TARMOG‘I VA INTERNET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tarmog‘i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698"/>
                <a:gridCol w="2774652"/>
                <a:gridCol w="55493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Tarmoq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Qamrovi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PAN (shaxsiy)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necha metr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va Bluetooth quloqchin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LAN (lokal)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Xona, bino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Texnikumning kompyuter sinfi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 (shahar)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Shahar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Shahar provayderi tarmog‘i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WAN (global)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Mamlakat, dunyo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KOMPYUTER TARMOG‘I VA INTERNET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afzalliklari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Tarmoq orqali fayllar, printer va internet aloqasidan birgalikda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foydalanish, xabar almashish va bir hujjat ustida birgalikda ishlash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mumkin.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INTERNETNING ISHLASH TAMOYILI: IP-MANZIL, DOMEN, PROVAYDER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Internet qanday ishlaydi?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Provayder: </a:t>
            </a:r>
            <a:r>
              <a:rPr sz="2400" b="0">
                <a:solidFill>
                  <a:srgbClr val="1B2A4A"/>
                </a:solidFill>
                <a:latin typeface="Segoe UI"/>
              </a:rPr>
              <a:t>foydalanuvchilarni internetga ulash xizmatini ko‘rsatuvchi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tashkilot (masalan, Uztelecom).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IP-manzil: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tarmoqdagi har bir qurilmaning noyob raqamli manzili (masalan,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192.168.1.10).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Domen nomi: </a:t>
            </a:r>
            <a:r>
              <a:rPr sz="2400" b="0">
                <a:solidFill>
                  <a:srgbClr val="1B2A4A"/>
                </a:solidFill>
                <a:latin typeface="Segoe UI"/>
              </a:rPr>
              <a:t>IP-manzilni eslab qolish oson bo‘lgan matnli ko‘rinishi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(masalan, ziyonet.uz).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DNS: </a:t>
            </a:r>
            <a:r>
              <a:rPr sz="2400" b="0">
                <a:solidFill>
                  <a:srgbClr val="1B2A4A"/>
                </a:solidFill>
                <a:latin typeface="Segoe UI"/>
              </a:rPr>
              <a:t>domen nomlarini IP-manzillarga aylantiruvchi xizmat.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Protokol: </a:t>
            </a:r>
            <a:r>
              <a:rPr sz="2400" b="0">
                <a:solidFill>
                  <a:srgbClr val="1B2A4A"/>
                </a:solidFill>
                <a:latin typeface="Segoe UI"/>
              </a:rPr>
              <a:t>tarmoqda ma’lumot almashish qoidalari to‘plami (HTTP, HTTPS,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SMTP).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INTERNETNING ISHLASH TAMOYILI: IP-MANZIL, DOMEN, PROVAYDER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Sayt manzilining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Manzil https://www.ziyonet.uz/uz/library quyidagi qismlardan iborat: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66"/>
                <a:gridCol w="854318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https://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Protokol (S — xavfsiz, shifrlangan ulanish)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www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Subdomen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ziyonet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Domen nomi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.uz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darajali domen (davlat yoki soha)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/uz/library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ichidagi sahifa yo‘li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INTERNETNING ASOSIY XIZMATLARI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Internet xizmatlari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288"/>
                <a:gridCol w="5592596"/>
                <a:gridCol w="319576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Xizmat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Veb-saytlar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Ma’lumotlarni sahifalar ko‘rinishida taqdim etish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ziyonet.uz, uz.wikipedia.org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Qidiruv tizimlari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Kalit so‘z bo‘yicha ma’lumot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Google, Yandex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Elektron pochta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 va fayl yuborish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Gmail, Mail.ru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Messenjerlar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 xabar, qo‘ng‘iroq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Telegram, WhatsApp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Bulutli xizmatlar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saqlash va birga ishlash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Disk, OneDrive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INTERNETNING ASOSIY XIZMATLARI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Internetga ulanish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internetga kabel (Ethernet), Wi-Fi yoki mobil internet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(4G/5G) orqali ulanadi. Ulanish tezligi megabit sekundda (Mbit/s)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o‘lchanadi.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Lokal va global tarmoq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IP-manzil va domen nomi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DNS xizmati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Sayt manzili qanday qismlardan iborat?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Internetning qanday xizmatlarini bilasiz?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22-mavzu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22-mavzu. Internet va tarmoq xizmatlarining asosiy imkoniyatlari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