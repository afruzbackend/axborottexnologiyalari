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Raqamli materiallarning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zaxira nusxasini yaratish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Zaxira nusxa tushunchasi va «3-2-1» qoidasi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fleshka va bulutga zaxira nusxa olish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Fayl tarixi va zaxira nusxadan tiklash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muhim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fayllarning zaxira nusxasini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tashqi qurilma va bulutli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xotirada yaratish, Windows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«Fayl tarixi»ni sozlash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zaxira nusxadan faylni tiklash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«3-2-1» qoidasini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tushuntiradi, fayllarni fleshka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Google Diskka zaxiralaydi,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o‘chirilgan faylni zaxiradan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tiklaydi.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ZAXIRA NUSXA TUSHUNCHASI VA «3-2-1» QOIDASI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Zaxira nusxa nima uchun kerak?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Disk buzilishi, virus, kompyuterning o‘g‘irlanishi yoki faylni tasodifan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o‘chirib yuborish — bularning barchasi ma’lumot yo‘qolishiga olib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keladi. Yo‘qolgan diplom ishi yoki hisobotni qayta yozish ko‘p vaqt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oladi, ba’zan esa umuman imkonsiz bo‘ladi.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Zaxira nusxa: </a:t>
            </a:r>
            <a:r>
              <a:rPr sz="2600" b="0">
                <a:solidFill>
                  <a:srgbClr val="1B2A4A"/>
                </a:solidFill>
                <a:latin typeface="Segoe UI"/>
              </a:rPr>
              <a:t>asosiy ma’lumot yo‘qolganda uni tiklash uchun alohida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joyda saqlanadigan nusxa (backup).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77079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62102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Tiklash: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zaxira nusxadagi fayllarni asl joyiga yoki yangi joyga qaytarish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jarayoni.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ZAXIRA NUSXA TUSHUNCHASI VA «3-2-1» QOIDASI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«3-2-1» qoidasi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Zaxira nusxa muntazam olinishi kerak: haftada bir marta yoki muhim ish tugagandan so‘ng darhol.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5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895"/>
                <a:gridCol w="5883456"/>
                <a:gridCol w="392230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Raqam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Muhim ma’lumotning kamida 3 ta nusxasi bo‘lsin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Kompyuterda asl fayl + 2 ta zaxira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Nusxalar kamida 2 xil qurilmada saqlansin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diski va fleshka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Bitta nusxa boshqa joyda (masalan, bulutda) bo‘lsin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Google Disk yoki OneDrive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FLESHKA VA BULUTGA ZAXIRA NUSXA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Fleshkaga zaxira nusxa olish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Fleshkani ulang va Provodnik’da uning harfini aniqlang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(masalan, E:).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Fleshkada Zaxira_2026-10-28 kabi sanali papka yarating.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«Документы» dagi o‘quv papkangizni nusxalang (Ctrl + C)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va zaxira papkaga qo‘ying (Ctrl + V).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600" b="0">
                <a:solidFill>
                  <a:srgbClr val="1B2A4A"/>
                </a:solidFill>
                <a:latin typeface="Segoe UI"/>
              </a:rPr>
              <a:t>Nusxalash tugagach, fayllar soni va umumiy hajmini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«Свойства» oynasida asl papka bilan solishtiring.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87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1889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2600" b="0">
                <a:solidFill>
                  <a:srgbClr val="1B2A4A"/>
                </a:solidFill>
                <a:latin typeface="Segoe UI"/>
              </a:rPr>
              <a:t>Fleshkani «Безопасное извлечение» orqali chiqaring.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FLESHKA VA BULUTGA ZAXIRA NUSXA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Bulutga zaxira nusxa olish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43637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08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Google Disk bepul 15 GB, OneDrive esa 5 GB joy beradi.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1994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0954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Bulutli xotira: </a:t>
            </a:r>
            <a:r>
              <a:rPr sz="2100" b="0">
                <a:solidFill>
                  <a:srgbClr val="1B2A4A"/>
                </a:solidFill>
                <a:latin typeface="Segoe UI"/>
              </a:rPr>
              <a:t>fayllar internet orqali ishlab chiqaruvchining serverlarida saqlanadigan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xizmat.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14900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03860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Sinxronlash: </a:t>
            </a:r>
            <a:r>
              <a:rPr sz="2100" b="0">
                <a:solidFill>
                  <a:srgbClr val="1B2A4A"/>
                </a:solidFill>
                <a:latin typeface="Segoe UI"/>
              </a:rPr>
              <a:t>bir nechta qurilmadagi fayllarni avtomatik bir xil holatga keltirish.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63668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52628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100" b="0">
                <a:solidFill>
                  <a:srgbClr val="1B2A4A"/>
                </a:solidFill>
                <a:latin typeface="Segoe UI"/>
              </a:rPr>
              <a:t>Brauzerda drive.google.com saytini oching va o‘quv hisobingiz bilan kiring.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12436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01396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«Создать» → «Папка» orqali Zaxira papkasini yarating.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61204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501642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100" b="0">
                <a:solidFill>
                  <a:srgbClr val="1B2A4A"/>
                </a:solidFill>
                <a:latin typeface="Segoe UI"/>
              </a:rPr>
              <a:t>Papkani oching va fayllarni brauzer oynasiga sudrab tashlang yoki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«Загрузить файлы» ni bosing.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44110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330698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100" b="0">
                <a:solidFill>
                  <a:srgbClr val="1B2A4A"/>
                </a:solidFill>
                <a:latin typeface="Segoe UI"/>
              </a:rPr>
              <a:t>Yuklash tugaganini pastki o‘ng burchakdagi xabardan tekshiring.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FAYL TARIXI VA ZAXIRA NUSXADAN TIKLASH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 «Fayl tarixi»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Uni yoqish uchun: «Панель управления» → «История файлов» →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tashqi diskni tanlang → «Включить». Shundan so‘ng Windows har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soatda o‘zgargan fayllarni nusxalaydi va faylning eski versiyasiga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qaytish imkonini beradi.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Fayl tarixi: </a:t>
            </a:r>
            <a:r>
              <a:rPr sz="2600" b="0">
                <a:solidFill>
                  <a:srgbClr val="1B2A4A"/>
                </a:solidFill>
                <a:latin typeface="Segoe UI"/>
              </a:rPr>
              <a:t>tanlangan papkalar nusxasini tashqi diskka avtomatik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saqlab boruvchi Windows vositasi.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FAYL TARIXI VA ZAXIRA NUSXADAN TIKLASH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Zaxiradan tiklashni sinash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O‘quv papkangizdagi bitta faylni o‘chiring va savatni ham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tozalang (faqat o‘quv fayli!).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Fleshkadagi zaxira papkadan shu faylni topib, asl joyiga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nusxalang.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Faylni ochib, uning to‘liq tiklanganiga ishonch hosil qiling.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FAYL TARIXI VA ZAXIRA NUSXADAN TIKLASH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Nazorat varag‘i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Zaxira nusxani tekshirmaslik eng ko‘p uchraydigan xato: nusxa olingan, lekin u bo‘sh yoki buzilgan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bo‘lib chiqishi mumkin. Shuning uchun vaqti-vaqti bilan tiklashni sinab ko‘rish kerak.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665"/>
                <a:gridCol w="7471742"/>
                <a:gridCol w="172424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Bajarilgan amal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Fleshkaga sanali zaxira papka yaratildi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Fayllar soni va hajmi solishtirildi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Fayllar Google Diskka yuklandi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O‘chirilgan fayl zaxiradan tiklandi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Zaxira nusxa nima va u nima uchun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«3-2-1» qoidasini tushuntiring.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Bulutli xotiraning afzalligi nimada?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«Fayl tarixi» qanday ishlaydi?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Zaxira nusxani nega tekshirib turish kerak?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15-mavzu. Raqamli materiallarning zaxira nusxasini yaratish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