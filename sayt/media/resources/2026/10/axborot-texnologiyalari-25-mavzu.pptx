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pochta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 vositalar orqali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axborot almashish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pochta qutisini ochish va sozlash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ilovali xat yuborish, javob berish va yo‘naltirish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Telegram va bulutli havola orqali fayl almashish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elektron pochta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qutisini ochish, xat yozish, fayl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biriktirish, xatga javob berish,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yo‘naltirish, papkalar bilan ishlash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messenjer va bulutli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havola orqali fayl almashish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o‘qituvchiga ilovali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rasmiy xat yuboradi, kelgan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xatga javob beradi, katta faylni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bulutli havola orqali ulashadi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spam xatlarni ajratadi.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ELEKTRON POCHTA QUTISINI OCHISH VA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Pochta qutisini ochish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995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16 yoshga to‘lmagan o‘quvchilar hisobni ota-ona ruxsati bilan ochadi. Darsda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o‘qituvchi tayyorlab qo‘ygan o‘quv hisoblaridan foydalanish ham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831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27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accounts.google.com saytida «Создать аккаунт» → «Для себя»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708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604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Ism, familiya va tug‘ilgan sanani kiriting.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585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481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Ism va familiyadan iborat manzil tanlang: ali.karimov.2026@gmail.com.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462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358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Kamida 12 belgili kuchli parol o‘ylab toping (bu haqda 29-mavzuda batafsil).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38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2348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Telefon raqamingizni qo‘shing: parol unutilganda hisobni shu orqali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tiklaysiz.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ELEKTRON POCHTA QUTISINI OCHISH VA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Gmail oynasi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070"/>
                <a:gridCol w="64025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Papka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Входящие (Kiruvchi)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Kelgan xatlar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Отправленные (Yuborilgan)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Siz yuborgan xatlar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Черновики (Qoralama)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Tugallanmagan xatlar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Спам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Shubhali va reklama xatlari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Корзина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 xatlar (30 kun saqlanadi)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ILOVALI XAT YUBORISH, JAVOB BERISH VA YO‘NALTIRISH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Ilovali xat yuborish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«Написать» (Xat yozish) tugmasini bosing.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56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8160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«Кому» maydoniga o‘qituvchining manzilini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520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1805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«Тема» maydoniga yozing: Amaliy ish 25 – Familiya Ism.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38852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25450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400" b="0">
                <a:solidFill>
                  <a:srgbClr val="1B2A4A"/>
                </a:solidFill>
                <a:latin typeface="Segoe UI"/>
              </a:rPr>
              <a:t>Xat matnini yozing: salomlashish, xat maqsadi, xayrlashish va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imzo.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1511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400" b="0">
                <a:solidFill>
                  <a:srgbClr val="1B2A4A"/>
                </a:solidFill>
                <a:latin typeface="Segoe UI"/>
              </a:rPr>
              <a:t>Qisqich belgili «Прикрепить файл» tugmasi orqali 14-darsda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saqlagan Ariza_Familiya.pdf faylini biriktiring.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417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Fayl to‘liq yuklanganini tekshirib, «Отправить» tugmasini bosing.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ILOVALI XAT YUBORISH, JAVOB BERISH VA YO‘NALTIRISH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 namunasi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365"/>
                <a:gridCol w="90182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Matn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Salom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Assalomu alaykum, hurmatli Oydin opa!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qism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25-amaliy ish bo‘yicha arizamni PDF formatida ilova qilib…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Xayrlashish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Hurmat bilan,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Imzo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Karimov Ali, 1-kurs, KT-25 guruh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ILOVALI XAT YUBORISH, JAVOB BERISH VA YO‘NALTIRISH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Javob berish va yo‘naltirish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«Ответить всем» tugmasi xatni olgan barcha qabul qiluvchilarga javob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yuboradi. Uni ehtiyotkorlik bilan ishlating.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Javob berish: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kelgan xat muallifiga shu xat davomida javob yozish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(Ответить).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Yo‘naltirish: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kelgan xatni uchinchi shaxsga qayta yuborish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(Переслать).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TELEGRAM VA BULUTLI HAVOLA ORQALI FAYL ALMASHISH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Telegram orqali fayl almashish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Telegram Desktop’da o‘qituvchi bilan shaxsiy suhbatni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guruh chatini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Qisqich belgisini bosib, «Файл» ni tanlang va hujjatni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yuboring. Rasmni sifati yo‘qolmasligi uchun «siqmasdan» (fayl sifatida)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yuboring.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«Избранное» (Saqlanganlar) suhbatidan o‘zingizga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eslatma va fayllar saqlash uchun foydalaning.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TELEGRAM VA BULUTLI HAVOLA ORQALI FAYL ALMASHISH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Bulutli havola orqali ulashish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Katta hajmdagi video yoki ko‘p fayllarni xatga biriktirish o‘rniga Google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Diskka yuklab, havolasini yuboring. Havola uchun «Читатель» huquqini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tanlang.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TELEGRAM VA BULUTLI HAVOLA ORQALI FAYL ALMASHISH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Spam va shubhali xatlar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Spam: </a:t>
            </a:r>
            <a:r>
              <a:rPr sz="2600" b="0">
                <a:solidFill>
                  <a:srgbClr val="1B2A4A"/>
                </a:solidFill>
                <a:latin typeface="Segoe UI"/>
              </a:rPr>
              <a:t>oluvchining roziligisiz ommaviy yuboriladigan reklama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firibgarlik xatlari.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Notanish yuboruvchidan kelgan ilovani ochmang.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«Siz yutdingiz», «hisobingiz bloklandi» kabi xatlardagi havolalarni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bosmang.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Shubhali xatni «Пожаловаться на спам» tugmasi bilan spamga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yuboring.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TELEGRAM VA BULUTLI HAVOLA ORQALI FAYL ALMASHISH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quyidagilar bo‘yicha baholanadi: mavzu maydoni to‘g‘ri (1 ball), xat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odob qoidalariga mos (1 ball), fayl biriktirilgan (1 ball), kelgan xatga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javob berilgan (1 ball), bulutli havola to‘g‘ri huquq bilan ulashilgan (1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ball).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Gmail’da qanday papkalar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Xatga fayl qanday biriktiriladi?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«Ответить» va «Переслать»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Katta hajmdagi faylni qanday yuborish qulay?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Spam xatni qanday aniqlash va unga qanday munosabatda bo‘lish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25-mavzu. Elektron pochta va boshqa vositalar orqali axborot almashish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