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 xavfsizligining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asosiy tushunchalari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qoidalari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Axborot xavfsizligi tushunchasi va uning tamoyillari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Axborotga tahdidlar va zararli dasturlar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va axborotni himoyalashning asosiy qoidalari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axborot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xavfsizligi, maxfiylik, yaxlitlik,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foydalanuvchanlik tamoyillari,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axborotga tahdidlar, zararli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 turlari va kompyuterni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himoyalashning asosiy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qoidalarini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axborot xavfsizligi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tamoyillarini izohlaydi, zararli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 turlarini farqlaydi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kundalik ishda qo‘llaniladigan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qoidalarini sanaydi.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AXBOROT XAVFSIZLIGI TUSHUNCHASI VA UNING TAMOYILLARI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Axborot xavfsizligi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31140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28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Kompyuterda saqlanadigan hujjatlar, fotosuratlar, parollar, bank kartasi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ma’lumotlari va yozishmalar har kimning shaxsiy boyligidir. Ularni yo‘qotish,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o‘g‘irlatish yoki o‘zgartirilishi katta zarar keltiradi.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1860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8457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Axborot xavfsizligi: </a:t>
            </a:r>
            <a:r>
              <a:rPr sz="2400" b="0">
                <a:solidFill>
                  <a:srgbClr val="1B2A4A"/>
                </a:solidFill>
                <a:latin typeface="Segoe UI"/>
              </a:rPr>
              <a:t>axborotni ruxsatsiz kirish, o‘zgartirish, yo‘q qilish va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tarqatishdan himoyalangan holati.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14519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1116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Tahdid: </a:t>
            </a:r>
            <a:r>
              <a:rPr sz="2400" b="0">
                <a:solidFill>
                  <a:srgbClr val="1B2A4A"/>
                </a:solidFill>
                <a:latin typeface="Segoe UI"/>
              </a:rPr>
              <a:t>axborotga zarar yetkazishi mumkin bo‘lgan hodisa yoki harakat.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68164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54761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Zaiflik: </a:t>
            </a:r>
            <a:r>
              <a:rPr sz="2400" b="0">
                <a:solidFill>
                  <a:srgbClr val="1B2A4A"/>
                </a:solidFill>
                <a:latin typeface="Segoe UI"/>
              </a:rPr>
              <a:t>tizimdagi kamchilik bo‘lib, undan foydalanib hujum qilish mumkin.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AXBOROT XAVFSIZLIGI TUSHUNCHASI VA UNING TAMOYILLARI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Uchta asosiy tamoyil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O‘zbekistonda bu soha «Axborotlashtirish to‘g‘risida», «Kiberxavfsizlik to‘g‘risida» va «Shaxsga doir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ma’lumotlar to‘g‘risida»gi qonunlar bilan tartibga solinadi.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770"/>
                <a:gridCol w="4453404"/>
                <a:gridCol w="354248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Tamoyil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Buzilishiga misol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Maxfiylik (konfidensiallik)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Axborotni faqat ruxsati borlar ko‘radi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Begona odam parolingizni bilib oldi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Yaxlitlik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Axborot ruxsatsiz o‘zgartirilmaydi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Hujjatdagi raqamlar o‘zgartirildi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Foydalanuvchanlik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Axborotdan kerakli vaqtda foydalanish mumkin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Virus fayllarni qulflab qo‘ydi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AXBOROTGA TAHDIDLAR VA ZARARLI DASTURLAR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Tahdid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899"/>
                <a:gridCol w="808775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Tahdid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Tabiiy va texnik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Elektr uzilishi, disk buzilishi, yong‘in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Inson xatosi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Faylni tasodifan o‘chirish, parolni aytib qo‘yish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Qasddan qilingan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Xakerlik hujumi, virus tarqatish, firibgarlik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AXBOROTGA TAHDIDLAR VA ZARARLI DASTURLAR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Zararli dasturlar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Zararli dastur: </a:t>
            </a:r>
            <a:r>
              <a:rPr sz="2200" b="0">
                <a:solidFill>
                  <a:srgbClr val="1B2A4A"/>
                </a:solidFill>
                <a:latin typeface="Segoe UI"/>
              </a:rPr>
              <a:t>foydalanuvchi bilmagan holda kompyuterga zarar yetkazuvchi,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ma’lumotlarni o‘g‘irlovchi yoki buzuvchi dastur.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Virus: </a:t>
            </a:r>
            <a:r>
              <a:rPr sz="2200" b="0">
                <a:solidFill>
                  <a:srgbClr val="1B2A4A"/>
                </a:solidFill>
                <a:latin typeface="Segoe UI"/>
              </a:rPr>
              <a:t>boshqa fayllarga yozilib, ular orqali ko‘payadigan zararli dastur.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289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1066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Troyan: </a:t>
            </a:r>
            <a:r>
              <a:rPr sz="2200" b="0">
                <a:solidFill>
                  <a:srgbClr val="1B2A4A"/>
                </a:solidFill>
                <a:latin typeface="Segoe UI"/>
              </a:rPr>
              <a:t>foydali dastur qiyofasida kirib, yashirincha zararli ish bajaradigan dastur.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63287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51459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Chuvalchang: </a:t>
            </a:r>
            <a:r>
              <a:rPr sz="2200" b="0">
                <a:solidFill>
                  <a:srgbClr val="1B2A4A"/>
                </a:solidFill>
                <a:latin typeface="Segoe UI"/>
              </a:rPr>
              <a:t>tarmoq orqali o‘zini o‘zi tarqatadigan zararli dastur.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3681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01853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Shifrlovchi virus: </a:t>
            </a:r>
            <a:r>
              <a:rPr sz="2200" b="0">
                <a:solidFill>
                  <a:srgbClr val="1B2A4A"/>
                </a:solidFill>
                <a:latin typeface="Segoe UI"/>
              </a:rPr>
              <a:t>fayllarni shifrlab qulflaydigan va ochish uchun pul talab qiladigan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zararli dastur.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983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8010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Josus dastur: </a:t>
            </a:r>
            <a:r>
              <a:rPr sz="2200" b="0">
                <a:solidFill>
                  <a:srgbClr val="1B2A4A"/>
                </a:solidFill>
                <a:latin typeface="Segoe UI"/>
              </a:rPr>
              <a:t>foydalanuvchi harakatlari va parollarini yashirincha yig‘uvchi dastur.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AXBOROTGA TAHDIDLAR VA ZARARLI DASTURLAR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Virus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juda sekinlashsa, fayllar o‘z-o‘zidan yo‘qolsa yoki nomi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o‘zgarsa, ekranda notanish reklama oynalari paydo bo‘lsa, fleshkada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papkalar o‘rnida .exe fayllar ko‘rinsa, kompyuterni darhol antivirus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bilan tekshirish kerak.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KOMPYUTER VA AXBOROTNI HIMOYALASHNING ASOSIY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 vositalari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Windows 10/11 da «Безопасность Windows» (Windows Security)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ilovasi o‘rnatilgan bo‘lib, u antivirus va tarmoqlararo ekran vazifasini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bajaradi.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Antivirus: </a:t>
            </a:r>
            <a:r>
              <a:rPr sz="2600" b="0">
                <a:solidFill>
                  <a:srgbClr val="1B2A4A"/>
                </a:solidFill>
                <a:latin typeface="Segoe UI"/>
              </a:rPr>
              <a:t>zararli dasturlarni aniqlovchi, bloklovchi va o‘chiruvchi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dastur.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2502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7525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Tarmoqlararo ekran: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kompyuter va tarmoq o‘rtasidagi ma’lumot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oqimini nazorat qilib, xavfli ulanishlarni bloklovchi vosita (firewall).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31664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16686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Yangilanish: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dasturdagi xatolar va zaifliklarni tuzatuvchi yangi versiya.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KOMPYUTER VA AXBOROTNI HIMOYALASHNING ASOSIY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xavfsizlik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986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71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Xavfsizlikda eng zaif bo‘g‘in ko‘pincha insonning o‘zi bo‘ladi. Shuning uchun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texnik vositalar bilan birga ehtiyotkorlik va bilim ham zarur.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0585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718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Operatsion tizim va dasturlarni muntazam yangilang.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4229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8274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Antivirusni o‘chirmang va bazasini yangilab turing.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8787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44722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Dasturlarni faqat rasmiy manbalardan o‘rnating.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1519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281170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Har bir hisob uchun alohida kuchli parol ishlating.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5164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1761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Noma’lum havolalar va ilovalarni ochmang.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48809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35406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Muhim fayllarning zaxira nusxasini oling.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Axborot xavfsizligi nima?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Maxfiylik, yaxlitlik va foydalanuvchanlik tamoyillarini misol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tushuntiring.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Virus va troyan o‘rtasida qanday farq bor?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virusga chalinganini qanday belgilardan bilish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Kompyuterni himoyalashning asosiy qoidalarini sanang.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26-mavzu. Axborot xavfsizligining asosiy tushunchalari va qoidalari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