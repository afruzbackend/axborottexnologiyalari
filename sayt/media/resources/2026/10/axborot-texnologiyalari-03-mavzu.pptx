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11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AXBOROT TEXNOLOGIYALARI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Asosiy va qo‘shimcha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qurilmalarni aniqlash,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ulash va ishlatish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Kompyuter portlari va ulash kabellari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qurilmalarni ulash va ishga tushirish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Qurilma ishlashini tekshirish va natijani rasmiylashtirish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O‘quvchilarda kompyuter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portlarini tanish, asosiy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qo‘shimcha qurilmalarni xavfsiz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ulash, ishga tushirish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ularning ishlashini tekshirish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ko‘nikmasini 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monitor, klaviatura,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sichqoncha, printer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kolonkani to‘g‘ri portga ulaydi,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«Qurilmalar dispetcheri»da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ularni aniqlaydi va nazorat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varag‘ini to‘ldiradi.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KOMPYUTER PORTLARI VA ULASH KABELLARI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Port nima?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Qurilmalar tizim blokiga maxsus ulagichlar orqali ulanadi. Har bir port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faqat o‘ziga mos kabel uchun mo‘ljallangan, shuning uchun kabelni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kuch bilan tiqish mumkin emas.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Port: </a:t>
            </a:r>
            <a:r>
              <a:rPr sz="2600" b="0">
                <a:solidFill>
                  <a:srgbClr val="1B2A4A"/>
                </a:solidFill>
                <a:latin typeface="Segoe UI"/>
              </a:rPr>
              <a:t>tashqi qurilmani kompyuterga ulash uchun mo‘ljallangan ulagich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(raz’yom).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KOMPYUTER PORTLARI VA ULASH KABELLARI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portlar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Zamonaviy kompyuterlarda tasvir ulagichlari ikki joyda bo‘lishi mumkin: ona platada va alohida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videokartada. Alohida videokarta bo‘lsa, monitor kabeli albatta videokartaga ulanadi.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3208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093"/>
                <a:gridCol w="3207536"/>
                <a:gridCol w="530902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Port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Ko‘rinishi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Nima ulanadi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USB (Type-A, Type-C)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To‘rtburchak yoki oval, yassi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Klaviatura, sichqoncha, fleshka, printer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HDMI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Trapetsiya shaklida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Monitor, televizor, proyektor (tasvir va tovush)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VGA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Ko‘k rangli, 15 ta ignali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Eski monitor va proyektorlar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DisplayPort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Bir burchagi qiya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Zamonaviy monitorlar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RJ-45 (LAN)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Plastik ilmoqli keng uya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Tarmoq kabeli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AMALIY ISH: QURILMALARNI ULASH VA ISHGA TUSHIRISH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Xavfsizlik qoidalari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Talab: </a:t>
            </a:r>
            <a:r>
              <a:rPr sz="2600" b="0">
                <a:solidFill>
                  <a:srgbClr val="1B2A4A"/>
                </a:solidFill>
                <a:latin typeface="Segoe UI"/>
              </a:rPr>
              <a:t>ulashdan oldin kompyuter va monitor elektr tarmog‘idan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uzilgan bo‘lishi kerak.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Talab: </a:t>
            </a:r>
            <a:r>
              <a:rPr sz="2600" b="0">
                <a:solidFill>
                  <a:srgbClr val="1B2A4A"/>
                </a:solidFill>
                <a:latin typeface="Segoe UI"/>
              </a:rPr>
              <a:t>kabellarni siqmasdan, egmasdan, ulagich shakliga mos holda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ulash kerak.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Talab: </a:t>
            </a:r>
            <a:r>
              <a:rPr sz="2600" b="0">
                <a:solidFill>
                  <a:srgbClr val="1B2A4A"/>
                </a:solidFill>
                <a:latin typeface="Segoe UI"/>
              </a:rPr>
              <a:t>elektr kabeli eng oxirida ulanadi va eng birinchi uziladi.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AMALIY ISH: QURILMALARNI ULASH VA ISHGA TUSHIRISH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Ishni bajarish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66571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30"/>
              </a:lnSpc>
            </a:pPr>
            <a:r>
              <a:rPr sz="2100" b="0">
                <a:solidFill>
                  <a:srgbClr val="3A4560"/>
                </a:solidFill>
                <a:latin typeface="Segoe UI"/>
              </a:rPr>
              <a:t>Tugmalar Caps Lock va Num Lock bosilganda klaviaturadagi chiroqchalar yonishi klaviatura</a:t>
            </a:r>
            <a:br/>
            <a:r>
              <a:rPr sz="2100" b="0">
                <a:solidFill>
                  <a:srgbClr val="3A4560"/>
                </a:solidFill>
                <a:latin typeface="Segoe UI"/>
              </a:rPr>
              <a:t>ishlayotganini ko‘rsatadi.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64227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39746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2000" b="0">
                <a:solidFill>
                  <a:srgbClr val="1B2A4A"/>
                </a:solidFill>
                <a:latin typeface="Segoe UI"/>
              </a:rPr>
              <a:t>Tizim blokining orqa panelidagi portlarni ko‘rib chiqing va ularni jadval bilan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solishtiring.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3881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36290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2000" b="0">
                <a:solidFill>
                  <a:srgbClr val="1B2A4A"/>
                </a:solidFill>
                <a:latin typeface="Segoe UI"/>
              </a:rPr>
              <a:t>Monitorni HDMI (yoki VGA) kabeli bilan videokartaga ulang, monitor elektr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kabelini ulang.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23536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32834"/>
            <a:ext cx="10729862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2000" b="0">
                <a:solidFill>
                  <a:srgbClr val="1B2A4A"/>
                </a:solidFill>
                <a:latin typeface="Segoe UI"/>
              </a:rPr>
              <a:t>Klaviatura va sichqonchani USB portlarga ulang.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70678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604258"/>
            <a:ext cx="10729862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Qadam 4.: </a:t>
            </a:r>
            <a:r>
              <a:rPr sz="2000" b="0">
                <a:solidFill>
                  <a:srgbClr val="1B2A4A"/>
                </a:solidFill>
                <a:latin typeface="Segoe UI"/>
              </a:rPr>
              <a:t>Kolonkani yashil rangli audio uyaga ulang.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17821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075682"/>
            <a:ext cx="10729862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Qadam 5.: </a:t>
            </a:r>
            <a:r>
              <a:rPr sz="2000" b="0">
                <a:solidFill>
                  <a:srgbClr val="1B2A4A"/>
                </a:solidFill>
                <a:latin typeface="Segoe UI"/>
              </a:rPr>
              <a:t>Printerni USB kabel bilan ulang va uning elektr kabelini rozetkaga ulang.</a:t>
            </a:r>
          </a:p>
        </p:txBody>
      </p:sp>
      <p:sp>
        <p:nvSpPr>
          <p:cNvPr id="49" name="Rectangle 48"/>
          <p:cNvSpPr/>
          <p:nvPr/>
        </p:nvSpPr>
        <p:spPr>
          <a:xfrm rot="2700000">
            <a:off x="841161" y="564963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5547106"/>
            <a:ext cx="10729862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Qadam 6.: </a:t>
            </a:r>
            <a:r>
              <a:rPr sz="2000" b="0">
                <a:solidFill>
                  <a:srgbClr val="1B2A4A"/>
                </a:solidFill>
                <a:latin typeface="Segoe UI"/>
              </a:rPr>
              <a:t>Tizim blokining elektr kabelini ulang, avval monitorni, keyin kompyuterni yoqing.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QURILMA ISHLASHINI TEKSHIRISH VA NATIJANI RASMIYLASHTIRISH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Qurilmalarni tekshirish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Windows tizimida ulangan qurilmalarni ko‘rishning eng qulay usuli —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«Qurilmalar dispetcheri».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8763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Win + X tugmalarini bosing va «Диспетчер устройств» (Qurilmalar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dispetcheri) bandini tanlang.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87925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729482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Ro‘yxatda «Клавиатуры», «Мыши», «Мониторы», «Очереди печати»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bo‘limlarini oching.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87087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72109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Sariq undov belgisi bilan ko‘rsatilgan qurilma uchun drayver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o‘rnatilmagan yoki u noto‘g‘ri ishlayapti.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QURILMA ISHLASHINI TEKSHIRISH VA NATIJANI RASMIYLASHTIRISH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Nazorat varag‘i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Ish yakunida qurilmalar teskari tartibda o‘chiriladi: avval operatsion tizim «Завершение работы»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orqali o‘chiriladi, keyin elektr kabellari uziladi.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3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749"/>
                <a:gridCol w="2750937"/>
                <a:gridCol w="3301124"/>
                <a:gridCol w="2475843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№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Qurilma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Port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Ishladi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Monitor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HDMI / VGA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Klaviatura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USB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Sichqoncha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USB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Kolonka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Audio 3,5 mm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Printer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USB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Monitor qaysi portlar orqali ulanadi?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elektr kabeli eng oxirida ulanadi?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Qurilmalar dispetcherini qanday ochish mumkin?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Sariq undov belgisi nimani bildiradi?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Printer ishlashini qanday tekshirasiz?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3-mavzu. Asosiy va qo‘shimcha qurilmalarni aniqlash, ulash va ishlatish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