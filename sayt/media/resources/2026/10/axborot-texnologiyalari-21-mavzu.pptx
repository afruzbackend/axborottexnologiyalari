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Ma’lumotlarni saqlash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zaxiralash usullaridan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Zaxiralash turlari va jadvali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Google Disk va OneDrive bilan sinxronlash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Tizimni tiklash nuqtasi va disk tozalash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to‘liq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qo‘shimcha zaxiralash turlarini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farqlash, bulutli xotira bilan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sinxronlash, fayllarni havola orqali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ulashish, tizimni tiklash nuqtasini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yaratish va diskni tozalash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zaxiralash jadvalini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tuzadi, faylni bulutga yuklab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havola bilan ulashadi, tiklash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nuqtasini yaratadi va «Очистка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диска» yordamida joy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bo‘shatadi.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ZAXIRALASH TURLARI VA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Zaxiralash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Sinxronlash zaxiralashning to‘liq o‘rnini bosmaydi: kompyuterda fayl o‘chirilsa yoki virus uni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shifrlasa, bulutdagi nusxa ham o‘zgaradi. Shu sababli Google Disk va OneDrive o‘chirilgan fayllarni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30 kun davomida «Корзина» da saqlaydi.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14"/>
                <a:gridCol w="4023245"/>
                <a:gridCol w="43889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Kamchiligi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oson va tez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 vaqt va joy talab qiladi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bajariladi, kam joy egallaydi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Tiklashda barcha nusxalar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Sinxronlash (bulut)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Avtomatik, istalgan qurilmadan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o‘chirilsa, nusxasi ham o‘chadi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ZAXIRALASH TURLARI VA JADVALI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Zaxiralash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3831662"/>
                <a:gridCol w="383166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Ma’lumot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Qanchalik tez-tez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Qayerga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 hujjatlari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kuni (avtomatik)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xotira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Fotosuratlar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hafta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 va tashqi disk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kompyuter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oy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GOOGLE DISK VA ONEDRIVE BILAN SINXRONLASH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Google Disk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drive.google.com saytida o‘quv hisobingiz bilan kiring.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«Создать» → «Загрузить папку»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01_Axborot_texnologiyalari papkangizni yuklang.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Papka ustida o‘ng tugma → «Открыть доступ» 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«Общий доступ» bo‘limida «Все, у кого есть ссылка»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«Читатель» (faqat ko‘rish) huquqini tanlang.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«Копировать ссылку» tugmasini bosing va havolani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o‘qituvchiga yuboring.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GOOGLE DISK VA ONEDRIVE BILAN SINXRONLASH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Ulashish huquqlari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Faqat kerakli huquqni bering: muharrir huquqi berilgan kishi fayllarni o‘chirib yuborishi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69"/>
                <a:gridCol w="75435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Huquq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qila oladi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Читатель (o‘quvchi)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ko‘radi va yuklab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Комментатор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Ko‘radi va izoh qoldiradi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Редактор (muharrir)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O‘zgartiradi, o‘chiradi, boshqalarga ulashadi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GOOGLE DISK VA ONEDRIVE BILAN SINXRONLASH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OneDrive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10/11 da OneDrive o‘rnatilgan bo‘ladi. Unga Microsoft hisobi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kirilgach, Provodnik’da «OneDrive» papkasi paydo bo‘ladi: shu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papkaga qo‘yilgan har bir fayl avtomatik bulutga yuklanadi.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TIZIMNI TIKLASH NUQTASI VA DISK TOZALASH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Tizimni tiklash nuqtasi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Tiklash nuqtasi shaxsiy fayllarni (hujjat, rasm) saqlamaydi, u faqat tizim holatini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qaytaradi. Shuning uchun u fayllar zaxirasining o‘rnini bosmaydi.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Tiklash nuqtasi: </a:t>
            </a:r>
            <a:r>
              <a:rPr sz="2200" b="0">
                <a:solidFill>
                  <a:srgbClr val="1B2A4A"/>
                </a:solidFill>
                <a:latin typeface="Segoe UI"/>
              </a:rPr>
              <a:t>operatsion tizim sozlamalari va tizim fayllarining ma’lum vaqtdagi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holati; muammo yuz berganda kompyuterni shu holatga qaytarish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856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673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«Пуск» qidiruviga «Создание точки восстановления» deb yozing.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8956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7129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«Защита системы» yorlig‘ida C: disk uchun himoya yoqilganini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tekshiring.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511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328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«Создать» tugmasini bosib, nuqtaga nom bering: Dars_21_oldin.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TIZIMNI TIKLASH NUQTASI VA DISK TOZALASH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Disk tozalash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Vaqtinchalik fayllar, brauzer keshi va savatdagi fayllar diskda ko‘p joy egallaydi.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«Пуск» qidiruviga «Очистка диска» deb yozing va C: diskni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4826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2999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«Временные файлы», «Корзина», «Временные файлы Интернета»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bandlarini belgilang.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0983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9156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«OK» → «Удалить файлы» tugmasini bosing va bo‘shatilgan joy hajmini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yozib oling.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7140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5312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Kesh: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tez ochilishi uchun vaqtincha saqlab qo‘yiladigan ma’lumotlar (masalan,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saytlar rasmlari).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To‘liq va qo‘shimcha zaxiralash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sinxronlash zaxiralash o‘rnini to‘liq bosa olmaydi?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Google Diskda faylni qanday ulashish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Tiklash nuqtasi nimani saqlaydi va nimani saqlamaydi?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Diskni tozalash qanday bajariladi?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21-mavzu. Ma’lumotlarni saqlash va zaxiralash usullaridan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